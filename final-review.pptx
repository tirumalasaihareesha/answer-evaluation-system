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5" r:id="rId1"/>
  </p:sldMasterIdLst>
  <p:notesMasterIdLst>
    <p:notesMasterId r:id="rId29"/>
  </p:notesMasterIdLst>
  <p:sldIdLst>
    <p:sldId id="268" r:id="rId2"/>
    <p:sldId id="303" r:id="rId3"/>
    <p:sldId id="304" r:id="rId4"/>
    <p:sldId id="285" r:id="rId5"/>
    <p:sldId id="287" r:id="rId6"/>
    <p:sldId id="302" r:id="rId7"/>
    <p:sldId id="289" r:id="rId8"/>
    <p:sldId id="292" r:id="rId9"/>
    <p:sldId id="308" r:id="rId10"/>
    <p:sldId id="306" r:id="rId11"/>
    <p:sldId id="309" r:id="rId12"/>
    <p:sldId id="323" r:id="rId13"/>
    <p:sldId id="312" r:id="rId14"/>
    <p:sldId id="319" r:id="rId15"/>
    <p:sldId id="293" r:id="rId16"/>
    <p:sldId id="315" r:id="rId17"/>
    <p:sldId id="314" r:id="rId18"/>
    <p:sldId id="296" r:id="rId19"/>
    <p:sldId id="297" r:id="rId20"/>
    <p:sldId id="298" r:id="rId21"/>
    <p:sldId id="299" r:id="rId22"/>
    <p:sldId id="300" r:id="rId23"/>
    <p:sldId id="295" r:id="rId24"/>
    <p:sldId id="294" r:id="rId25"/>
    <p:sldId id="301" r:id="rId26"/>
    <p:sldId id="317" r:id="rId27"/>
    <p:sldId id="322" r:id="rId28"/>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333300"/>
    <a:srgbClr val="CC6600"/>
    <a:srgbClr val="E10F8C"/>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53" autoAdjust="0"/>
    <p:restoredTop sz="94662" autoAdjust="0"/>
  </p:normalViewPr>
  <p:slideViewPr>
    <p:cSldViewPr>
      <p:cViewPr>
        <p:scale>
          <a:sx n="70" d="100"/>
          <a:sy n="70" d="100"/>
        </p:scale>
        <p:origin x="-1156" y="-60"/>
      </p:cViewPr>
      <p:guideLst>
        <p:guide orient="horz" pos="2160"/>
        <p:guide pos="2880"/>
      </p:guideLst>
    </p:cSldViewPr>
  </p:slideViewPr>
  <p:outlineViewPr>
    <p:cViewPr>
      <p:scale>
        <a:sx n="33" d="100"/>
        <a:sy n="33" d="100"/>
      </p:scale>
      <p:origin x="0" y="5052"/>
    </p:cViewPr>
  </p:outlineViewPr>
  <p:notesTextViewPr>
    <p:cViewPr>
      <p:scale>
        <a:sx n="100" d="100"/>
        <a:sy n="100" d="100"/>
      </p:scale>
      <p:origin x="0" y="0"/>
    </p:cViewPr>
  </p:notesTextViewPr>
  <p:sorterViewPr>
    <p:cViewPr>
      <p:scale>
        <a:sx n="100" d="100"/>
        <a:sy n="100"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E635FC5-6755-4C22-8318-ACC6F19C0223}" type="datetimeFigureOut">
              <a:rPr lang="en-US" smtClean="0"/>
              <a:pPr/>
              <a:t>2/5/2026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4A6A828-EE2C-47F4-9D87-CB6820C13421}" type="slidenum">
              <a:rPr lang="en-US" smtClean="0"/>
              <a:pPr/>
              <a:t>‹#›</a:t>
            </a:fld>
            <a:endParaRPr lang="en-US"/>
          </a:p>
        </p:txBody>
      </p:sp>
    </p:spTree>
    <p:extLst>
      <p:ext uri="{BB962C8B-B14F-4D97-AF65-F5344CB8AC3E}">
        <p14:creationId xmlns:p14="http://schemas.microsoft.com/office/powerpoint/2010/main" xmlns="" val="6308073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A6A828-EE2C-47F4-9D87-CB6820C13421}" type="slidenum">
              <a:rPr lang="en-US" smtClean="0"/>
              <a:pPr/>
              <a:t>4</a:t>
            </a:fld>
            <a:endParaRPr lang="en-US"/>
          </a:p>
        </p:txBody>
      </p:sp>
    </p:spTree>
    <p:extLst>
      <p:ext uri="{BB962C8B-B14F-4D97-AF65-F5344CB8AC3E}">
        <p14:creationId xmlns:p14="http://schemas.microsoft.com/office/powerpoint/2010/main" xmlns="" val="8059962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u="sng" dirty="0"/>
          </a:p>
        </p:txBody>
      </p:sp>
      <p:sp>
        <p:nvSpPr>
          <p:cNvPr id="4" name="Slide Number Placeholder 3"/>
          <p:cNvSpPr>
            <a:spLocks noGrp="1"/>
          </p:cNvSpPr>
          <p:nvPr>
            <p:ph type="sldNum" sz="quarter" idx="10"/>
          </p:nvPr>
        </p:nvSpPr>
        <p:spPr/>
        <p:txBody>
          <a:bodyPr/>
          <a:lstStyle/>
          <a:p>
            <a:fld id="{74A6A828-EE2C-47F4-9D87-CB6820C13421}" type="slidenum">
              <a:rPr lang="en-US" smtClean="0"/>
              <a:pPr/>
              <a:t>26</a:t>
            </a:fld>
            <a:endParaRPr lang="en-US"/>
          </a:p>
        </p:txBody>
      </p:sp>
    </p:spTree>
    <p:extLst>
      <p:ext uri="{BB962C8B-B14F-4D97-AF65-F5344CB8AC3E}">
        <p14:creationId xmlns:p14="http://schemas.microsoft.com/office/powerpoint/2010/main" xmlns="" val="13115599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pPr>
              <a:defRPr/>
            </a:pPr>
            <a:fld id="{9D1B3BB7-4A62-4926-883B-22E9B31F7B57}" type="datetimeFigureOut">
              <a:rPr lang="en-US" smtClean="0"/>
              <a:pPr>
                <a:defRPr/>
              </a:pPr>
              <a:t>2/5/2026</a:t>
            </a:fld>
            <a:endParaRPr lang="en-US" dirty="0"/>
          </a:p>
        </p:txBody>
      </p:sp>
      <p:sp>
        <p:nvSpPr>
          <p:cNvPr id="19" name="Footer Placeholder 18"/>
          <p:cNvSpPr>
            <a:spLocks noGrp="1"/>
          </p:cNvSpPr>
          <p:nvPr>
            <p:ph type="ftr" sz="quarter" idx="11"/>
          </p:nvPr>
        </p:nvSpPr>
        <p:spPr/>
        <p:txBody>
          <a:bodyPr/>
          <a:lstStyle/>
          <a:p>
            <a:pPr>
              <a:defRPr/>
            </a:pPr>
            <a:endParaRPr lang="en-IN"/>
          </a:p>
        </p:txBody>
      </p:sp>
      <p:sp>
        <p:nvSpPr>
          <p:cNvPr id="27" name="Slide Number Placeholder 26"/>
          <p:cNvSpPr>
            <a:spLocks noGrp="1"/>
          </p:cNvSpPr>
          <p:nvPr>
            <p:ph type="sldNum" sz="quarter" idx="12"/>
          </p:nvPr>
        </p:nvSpPr>
        <p:spPr/>
        <p:txBody>
          <a:bodyPr/>
          <a:lstStyle/>
          <a:p>
            <a:pPr>
              <a:defRPr/>
            </a:pPr>
            <a:fld id="{8F791242-6C8B-4093-992C-DC371AA7B482}" type="slidenum">
              <a:rPr lang="en-IN" smtClean="0"/>
              <a:pPr>
                <a:defRPr/>
              </a:pPr>
              <a:t>‹#›</a:t>
            </a:fld>
            <a:endParaRPr lang="en-IN"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a:defRPr/>
            </a:pPr>
            <a:fld id="{1C569DAF-8FB5-4FFD-B2ED-0718A82C2AFD}" type="datetimeFigureOut">
              <a:rPr lang="en-US" smtClean="0"/>
              <a:pPr>
                <a:defRPr/>
              </a:pPr>
              <a:t>2/5/2026</a:t>
            </a:fld>
            <a:endParaRPr lang="en-IN" dirty="0"/>
          </a:p>
        </p:txBody>
      </p:sp>
      <p:sp>
        <p:nvSpPr>
          <p:cNvPr id="5" name="Footer Placeholder 4"/>
          <p:cNvSpPr>
            <a:spLocks noGrp="1"/>
          </p:cNvSpPr>
          <p:nvPr>
            <p:ph type="ftr" sz="quarter" idx="11"/>
          </p:nvPr>
        </p:nvSpPr>
        <p:spPr/>
        <p:txBody>
          <a:bodyPr/>
          <a:lstStyle/>
          <a:p>
            <a:pPr>
              <a:defRPr/>
            </a:pPr>
            <a:endParaRPr lang="en-IN"/>
          </a:p>
        </p:txBody>
      </p:sp>
      <p:sp>
        <p:nvSpPr>
          <p:cNvPr id="6" name="Slide Number Placeholder 5"/>
          <p:cNvSpPr>
            <a:spLocks noGrp="1"/>
          </p:cNvSpPr>
          <p:nvPr>
            <p:ph type="sldNum" sz="quarter" idx="12"/>
          </p:nvPr>
        </p:nvSpPr>
        <p:spPr/>
        <p:txBody>
          <a:bodyPr/>
          <a:lstStyle/>
          <a:p>
            <a:pPr>
              <a:defRPr/>
            </a:pPr>
            <a:fld id="{1AE75787-2A36-4E96-BF3E-ED14B566761F}" type="slidenum">
              <a:rPr lang="en-IN" smtClean="0"/>
              <a:pPr>
                <a:defRPr/>
              </a:pPr>
              <a:t>‹#›</a:t>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pPr>
              <a:defRPr/>
            </a:pPr>
            <a:fld id="{E957ECEF-130F-42D3-88A2-66A01554B1A1}" type="datetimeFigureOut">
              <a:rPr lang="en-US" smtClean="0"/>
              <a:pPr>
                <a:defRPr/>
              </a:pPr>
              <a:t>2/5/2026</a:t>
            </a:fld>
            <a:endParaRPr lang="en-IN" dirty="0"/>
          </a:p>
        </p:txBody>
      </p:sp>
      <p:sp>
        <p:nvSpPr>
          <p:cNvPr id="5" name="Footer Placeholder 4"/>
          <p:cNvSpPr>
            <a:spLocks noGrp="1"/>
          </p:cNvSpPr>
          <p:nvPr>
            <p:ph type="ftr" sz="quarter" idx="11"/>
          </p:nvPr>
        </p:nvSpPr>
        <p:spPr/>
        <p:txBody>
          <a:bodyPr/>
          <a:lstStyle/>
          <a:p>
            <a:pPr>
              <a:defRPr/>
            </a:pPr>
            <a:endParaRPr lang="en-IN"/>
          </a:p>
        </p:txBody>
      </p:sp>
      <p:sp>
        <p:nvSpPr>
          <p:cNvPr id="6" name="Slide Number Placeholder 5"/>
          <p:cNvSpPr>
            <a:spLocks noGrp="1"/>
          </p:cNvSpPr>
          <p:nvPr>
            <p:ph type="sldNum" sz="quarter" idx="12"/>
          </p:nvPr>
        </p:nvSpPr>
        <p:spPr/>
        <p:txBody>
          <a:bodyPr/>
          <a:lstStyle/>
          <a:p>
            <a:pPr>
              <a:defRPr/>
            </a:pPr>
            <a:fld id="{7F9C5C5F-F24F-4764-8546-495B06F7B2DF}" type="slidenum">
              <a:rPr lang="en-IN" smtClean="0"/>
              <a:pPr>
                <a:defRPr/>
              </a:pPr>
              <a:t>‹#›</a:t>
            </a:fld>
            <a:endParaRPr lang="en-IN"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pPr>
              <a:defRPr/>
            </a:pPr>
            <a:fld id="{011B94E1-50AB-4014-9B12-B386C851E3F1}" type="datetimeFigureOut">
              <a:rPr lang="en-US" smtClean="0"/>
              <a:pPr>
                <a:defRPr/>
              </a:pPr>
              <a:t>2/5/2026</a:t>
            </a:fld>
            <a:endParaRPr lang="en-IN" dirty="0"/>
          </a:p>
        </p:txBody>
      </p:sp>
      <p:sp>
        <p:nvSpPr>
          <p:cNvPr id="6" name="Footer Placeholder 5"/>
          <p:cNvSpPr>
            <a:spLocks noGrp="1"/>
          </p:cNvSpPr>
          <p:nvPr>
            <p:ph type="ftr" sz="quarter" idx="11"/>
          </p:nvPr>
        </p:nvSpPr>
        <p:spPr/>
        <p:txBody>
          <a:bodyPr/>
          <a:lstStyle/>
          <a:p>
            <a:pPr>
              <a:defRPr/>
            </a:pPr>
            <a:endParaRPr lang="en-IN"/>
          </a:p>
        </p:txBody>
      </p:sp>
      <p:sp>
        <p:nvSpPr>
          <p:cNvPr id="7" name="Slide Number Placeholder 6"/>
          <p:cNvSpPr>
            <a:spLocks noGrp="1"/>
          </p:cNvSpPr>
          <p:nvPr>
            <p:ph type="sldNum" sz="quarter" idx="12"/>
          </p:nvPr>
        </p:nvSpPr>
        <p:spPr/>
        <p:txBody>
          <a:bodyPr/>
          <a:lstStyle/>
          <a:p>
            <a:pPr>
              <a:defRPr/>
            </a:pPr>
            <a:fld id="{D6E284C7-4F13-415D-BBD9-629ADF05C79A}" type="slidenum">
              <a:rPr lang="en-IN" smtClean="0"/>
              <a:pPr>
                <a:defRPr/>
              </a:pPr>
              <a:t>‹#›</a:t>
            </a:fld>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pPr>
              <a:defRPr/>
            </a:pPr>
            <a:fld id="{E0C067AA-D226-4D23-A327-C5F766BC4E69}" type="datetimeFigureOut">
              <a:rPr lang="en-US" smtClean="0"/>
              <a:pPr>
                <a:defRPr/>
              </a:pPr>
              <a:t>2/5/2026</a:t>
            </a:fld>
            <a:endParaRPr lang="en-IN" dirty="0"/>
          </a:p>
        </p:txBody>
      </p:sp>
      <p:sp>
        <p:nvSpPr>
          <p:cNvPr id="8" name="Footer Placeholder 7"/>
          <p:cNvSpPr>
            <a:spLocks noGrp="1"/>
          </p:cNvSpPr>
          <p:nvPr>
            <p:ph type="ftr" sz="quarter" idx="11"/>
          </p:nvPr>
        </p:nvSpPr>
        <p:spPr/>
        <p:txBody>
          <a:bodyPr/>
          <a:lstStyle/>
          <a:p>
            <a:pPr>
              <a:defRPr/>
            </a:pPr>
            <a:endParaRPr lang="en-IN"/>
          </a:p>
        </p:txBody>
      </p:sp>
      <p:sp>
        <p:nvSpPr>
          <p:cNvPr id="9" name="Slide Number Placeholder 8"/>
          <p:cNvSpPr>
            <a:spLocks noGrp="1"/>
          </p:cNvSpPr>
          <p:nvPr>
            <p:ph type="sldNum" sz="quarter" idx="12"/>
          </p:nvPr>
        </p:nvSpPr>
        <p:spPr/>
        <p:txBody>
          <a:bodyPr/>
          <a:lstStyle/>
          <a:p>
            <a:pPr>
              <a:defRPr/>
            </a:pPr>
            <a:fld id="{92FC42EA-03DA-4BB9-A902-E9EABE9C9339}" type="slidenum">
              <a:rPr lang="en-IN" smtClean="0"/>
              <a:pPr>
                <a:defRPr/>
              </a:pPr>
              <a:t>‹#›</a:t>
            </a:fld>
            <a:endParaRPr lang="en-I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pPr>
              <a:defRPr/>
            </a:pPr>
            <a:fld id="{8C9A4FFF-FF7F-4753-855B-3360D2D633F7}" type="datetimeFigureOut">
              <a:rPr lang="en-US" smtClean="0"/>
              <a:pPr>
                <a:defRPr/>
              </a:pPr>
              <a:t>2/5/2026</a:t>
            </a:fld>
            <a:endParaRPr lang="en-IN" dirty="0"/>
          </a:p>
        </p:txBody>
      </p:sp>
      <p:sp>
        <p:nvSpPr>
          <p:cNvPr id="4" name="Footer Placeholder 3"/>
          <p:cNvSpPr>
            <a:spLocks noGrp="1"/>
          </p:cNvSpPr>
          <p:nvPr>
            <p:ph type="ftr" sz="quarter" idx="11"/>
          </p:nvPr>
        </p:nvSpPr>
        <p:spPr/>
        <p:txBody>
          <a:bodyPr/>
          <a:lstStyle/>
          <a:p>
            <a:pPr>
              <a:defRPr/>
            </a:pPr>
            <a:endParaRPr lang="en-IN"/>
          </a:p>
        </p:txBody>
      </p:sp>
      <p:sp>
        <p:nvSpPr>
          <p:cNvPr id="5" name="Slide Number Placeholder 4"/>
          <p:cNvSpPr>
            <a:spLocks noGrp="1"/>
          </p:cNvSpPr>
          <p:nvPr>
            <p:ph type="sldNum" sz="quarter" idx="12"/>
          </p:nvPr>
        </p:nvSpPr>
        <p:spPr/>
        <p:txBody>
          <a:bodyPr/>
          <a:lstStyle/>
          <a:p>
            <a:pPr>
              <a:defRPr/>
            </a:pPr>
            <a:fld id="{7B8204FF-2176-4AF3-A601-94C85AEFA05E}" type="slidenum">
              <a:rPr lang="en-IN" smtClean="0"/>
              <a:pPr>
                <a:defRPr/>
              </a:pPr>
              <a:t>‹#›</a:t>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9CB8D2DB-F3EB-4196-B528-ABA20104ECBF}" type="datetimeFigureOut">
              <a:rPr lang="en-US" smtClean="0"/>
              <a:pPr>
                <a:defRPr/>
              </a:pPr>
              <a:t>2/5/2026</a:t>
            </a:fld>
            <a:endParaRPr lang="en-IN" dirty="0"/>
          </a:p>
        </p:txBody>
      </p:sp>
      <p:sp>
        <p:nvSpPr>
          <p:cNvPr id="3" name="Footer Placeholder 2"/>
          <p:cNvSpPr>
            <a:spLocks noGrp="1"/>
          </p:cNvSpPr>
          <p:nvPr>
            <p:ph type="ftr" sz="quarter" idx="11"/>
          </p:nvPr>
        </p:nvSpPr>
        <p:spPr/>
        <p:txBody>
          <a:bodyPr/>
          <a:lstStyle/>
          <a:p>
            <a:pPr>
              <a:defRPr/>
            </a:pPr>
            <a:endParaRPr lang="en-IN"/>
          </a:p>
        </p:txBody>
      </p:sp>
      <p:sp>
        <p:nvSpPr>
          <p:cNvPr id="4" name="Slide Number Placeholder 3"/>
          <p:cNvSpPr>
            <a:spLocks noGrp="1"/>
          </p:cNvSpPr>
          <p:nvPr>
            <p:ph type="sldNum" sz="quarter" idx="12"/>
          </p:nvPr>
        </p:nvSpPr>
        <p:spPr/>
        <p:txBody>
          <a:bodyPr/>
          <a:lstStyle/>
          <a:p>
            <a:pPr>
              <a:defRPr/>
            </a:pPr>
            <a:fld id="{807C1632-C550-416B-A92C-31AAC2F166F6}" type="slidenum">
              <a:rPr lang="en-IN" smtClean="0"/>
              <a:pPr>
                <a:defRPr/>
              </a:pPr>
              <a:t>‹#›</a:t>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pPr>
              <a:defRPr/>
            </a:pPr>
            <a:fld id="{01CF620A-4010-41CF-BAEB-61C32B5DAA2F}" type="datetimeFigureOut">
              <a:rPr lang="en-US" smtClean="0"/>
              <a:pPr>
                <a:defRPr/>
              </a:pPr>
              <a:t>2/5/2026</a:t>
            </a:fld>
            <a:endParaRPr lang="en-IN" dirty="0"/>
          </a:p>
        </p:txBody>
      </p:sp>
      <p:sp>
        <p:nvSpPr>
          <p:cNvPr id="6" name="Footer Placeholder 5"/>
          <p:cNvSpPr>
            <a:spLocks noGrp="1"/>
          </p:cNvSpPr>
          <p:nvPr>
            <p:ph type="ftr" sz="quarter" idx="11"/>
          </p:nvPr>
        </p:nvSpPr>
        <p:spPr/>
        <p:txBody>
          <a:bodyPr/>
          <a:lstStyle/>
          <a:p>
            <a:pPr>
              <a:defRPr/>
            </a:pPr>
            <a:endParaRPr lang="en-IN"/>
          </a:p>
        </p:txBody>
      </p:sp>
      <p:sp>
        <p:nvSpPr>
          <p:cNvPr id="7" name="Slide Number Placeholder 6"/>
          <p:cNvSpPr>
            <a:spLocks noGrp="1"/>
          </p:cNvSpPr>
          <p:nvPr>
            <p:ph type="sldNum" sz="quarter" idx="12"/>
          </p:nvPr>
        </p:nvSpPr>
        <p:spPr/>
        <p:txBody>
          <a:bodyPr/>
          <a:lstStyle/>
          <a:p>
            <a:pPr>
              <a:defRPr/>
            </a:pPr>
            <a:fld id="{10256A19-CFE9-485C-8E22-113EB9C4BD58}" type="slidenum">
              <a:rPr lang="en-IN" smtClean="0"/>
              <a:pPr>
                <a:defRPr/>
              </a:pPr>
              <a:t>‹#›</a:t>
            </a:fld>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pPr>
              <a:defRPr/>
            </a:pPr>
            <a:fld id="{C2E780B8-AD3A-4E31-AA8A-232693BA749D}" type="datetimeFigureOut">
              <a:rPr lang="en-US" smtClean="0"/>
              <a:pPr>
                <a:defRPr/>
              </a:pPr>
              <a:t>2/5/2026</a:t>
            </a:fld>
            <a:endParaRPr lang="en-IN" dirty="0"/>
          </a:p>
        </p:txBody>
      </p:sp>
      <p:sp>
        <p:nvSpPr>
          <p:cNvPr id="6" name="Footer Placeholder 5"/>
          <p:cNvSpPr>
            <a:spLocks noGrp="1"/>
          </p:cNvSpPr>
          <p:nvPr>
            <p:ph type="ftr" sz="quarter" idx="11"/>
          </p:nvPr>
        </p:nvSpPr>
        <p:spPr/>
        <p:txBody>
          <a:bodyPr/>
          <a:lstStyle/>
          <a:p>
            <a:pPr>
              <a:defRPr/>
            </a:pPr>
            <a:endParaRPr lang="en-IN"/>
          </a:p>
        </p:txBody>
      </p:sp>
      <p:sp>
        <p:nvSpPr>
          <p:cNvPr id="7" name="Slide Number Placeholder 6"/>
          <p:cNvSpPr>
            <a:spLocks noGrp="1"/>
          </p:cNvSpPr>
          <p:nvPr>
            <p:ph type="sldNum" sz="quarter" idx="12"/>
          </p:nvPr>
        </p:nvSpPr>
        <p:spPr>
          <a:xfrm>
            <a:off x="8077200" y="6356350"/>
            <a:ext cx="609600" cy="365125"/>
          </a:xfrm>
        </p:spPr>
        <p:txBody>
          <a:bodyPr/>
          <a:lstStyle/>
          <a:p>
            <a:pPr>
              <a:defRPr/>
            </a:pPr>
            <a:fld id="{86B7749F-AA51-48FF-9857-434918CE6E96}" type="slidenum">
              <a:rPr lang="en-IN" smtClean="0"/>
              <a:pPr>
                <a:defRPr/>
              </a:pPr>
              <a:t>‹#›</a:t>
            </a:fld>
            <a:endParaRPr lang="en-IN" dirty="0"/>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a:defRPr/>
            </a:pPr>
            <a:fld id="{F0286C1A-B120-4542-8306-9B304AEEB48F}" type="datetimeFigureOut">
              <a:rPr lang="en-US" smtClean="0"/>
              <a:pPr>
                <a:defRPr/>
              </a:pPr>
              <a:t>2/5/2026</a:t>
            </a:fld>
            <a:endParaRPr lang="en-IN" dirty="0"/>
          </a:p>
        </p:txBody>
      </p:sp>
      <p:sp>
        <p:nvSpPr>
          <p:cNvPr id="5" name="Footer Placeholder 4"/>
          <p:cNvSpPr>
            <a:spLocks noGrp="1"/>
          </p:cNvSpPr>
          <p:nvPr>
            <p:ph type="ftr" sz="quarter" idx="11"/>
          </p:nvPr>
        </p:nvSpPr>
        <p:spPr/>
        <p:txBody>
          <a:bodyPr/>
          <a:lstStyle/>
          <a:p>
            <a:pPr>
              <a:defRPr/>
            </a:pPr>
            <a:endParaRPr lang="en-IN"/>
          </a:p>
        </p:txBody>
      </p:sp>
      <p:sp>
        <p:nvSpPr>
          <p:cNvPr id="6" name="Slide Number Placeholder 5"/>
          <p:cNvSpPr>
            <a:spLocks noGrp="1"/>
          </p:cNvSpPr>
          <p:nvPr>
            <p:ph type="sldNum" sz="quarter" idx="12"/>
          </p:nvPr>
        </p:nvSpPr>
        <p:spPr/>
        <p:txBody>
          <a:bodyPr/>
          <a:lstStyle/>
          <a:p>
            <a:pPr>
              <a:defRPr/>
            </a:pPr>
            <a:fld id="{26ADEF81-B161-43EC-BCC3-E800703197CE}" type="slidenum">
              <a:rPr lang="en-IN" smtClean="0"/>
              <a:pPr>
                <a:defRPr/>
              </a:pPr>
              <a:t>‹#›</a:t>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a:defRPr/>
            </a:pPr>
            <a:fld id="{1D1B5D07-DB54-4772-BA51-872CD16C82EC}" type="datetimeFigureOut">
              <a:rPr lang="en-US" smtClean="0"/>
              <a:pPr>
                <a:defRPr/>
              </a:pPr>
              <a:t>2/5/2026</a:t>
            </a:fld>
            <a:endParaRPr lang="en-IN" dirty="0"/>
          </a:p>
        </p:txBody>
      </p:sp>
      <p:sp>
        <p:nvSpPr>
          <p:cNvPr id="5" name="Footer Placeholder 4"/>
          <p:cNvSpPr>
            <a:spLocks noGrp="1"/>
          </p:cNvSpPr>
          <p:nvPr>
            <p:ph type="ftr" sz="quarter" idx="11"/>
          </p:nvPr>
        </p:nvSpPr>
        <p:spPr/>
        <p:txBody>
          <a:bodyPr/>
          <a:lstStyle/>
          <a:p>
            <a:pPr>
              <a:defRPr/>
            </a:pPr>
            <a:endParaRPr lang="en-IN"/>
          </a:p>
        </p:txBody>
      </p:sp>
      <p:sp>
        <p:nvSpPr>
          <p:cNvPr id="6" name="Slide Number Placeholder 5"/>
          <p:cNvSpPr>
            <a:spLocks noGrp="1"/>
          </p:cNvSpPr>
          <p:nvPr>
            <p:ph type="sldNum" sz="quarter" idx="12"/>
          </p:nvPr>
        </p:nvSpPr>
        <p:spPr/>
        <p:txBody>
          <a:bodyPr/>
          <a:lstStyle/>
          <a:p>
            <a:pPr>
              <a:defRPr/>
            </a:pPr>
            <a:fld id="{4BE029BB-526E-4444-8286-FCDA066BEA6D}" type="slidenum">
              <a:rPr lang="en-IN" smtClean="0"/>
              <a:pPr>
                <a:defRPr/>
              </a:pPr>
              <a:t>‹#›</a:t>
            </a:fld>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fld id="{A355456A-81DC-4C7C-8B8F-DE1E3F339D6B}" type="datetimeFigureOut">
              <a:rPr lang="en-US" smtClean="0"/>
              <a:pPr>
                <a:defRPr/>
              </a:pPr>
              <a:t>2/5/2026</a:t>
            </a:fld>
            <a:endParaRPr lang="en-IN" dirty="0"/>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IN"/>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pPr>
              <a:defRPr/>
            </a:pPr>
            <a:fld id="{EB175C14-927D-4545-8DF6-1EE38B803D7F}" type="slidenum">
              <a:rPr lang="en-IN" smtClean="0"/>
              <a:pPr>
                <a:defRPr/>
              </a:pPr>
              <a:t>‹#›</a:t>
            </a:fld>
            <a:endParaRPr lang="en-IN" dirty="0"/>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796" r:id="rId1"/>
    <p:sldLayoutId id="2147483797" r:id="rId2"/>
    <p:sldLayoutId id="2147483798" r:id="rId3"/>
    <p:sldLayoutId id="2147483799" r:id="rId4"/>
    <p:sldLayoutId id="2147483800" r:id="rId5"/>
    <p:sldLayoutId id="2147483801" r:id="rId6"/>
    <p:sldLayoutId id="2147483802" r:id="rId7"/>
    <p:sldLayoutId id="2147483803" r:id="rId8"/>
    <p:sldLayoutId id="2147483804" r:id="rId9"/>
    <p:sldLayoutId id="2147483805" r:id="rId10"/>
    <p:sldLayoutId id="2147483806"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548680"/>
            <a:ext cx="8229600" cy="1008112"/>
          </a:xfrm>
        </p:spPr>
        <p:txBody>
          <a:bodyPr>
            <a:normAutofit/>
          </a:bodyPr>
          <a:lstStyle/>
          <a:p>
            <a:pPr algn="ctr"/>
            <a:r>
              <a:rPr lang="en-IN" sz="2400" b="1" dirty="0" smtClean="0">
                <a:solidFill>
                  <a:schemeClr val="tx2">
                    <a:lumMod val="75000"/>
                  </a:schemeClr>
                </a:solidFill>
                <a:latin typeface="Times New Roman" pitchFamily="-128" charset="0"/>
                <a:cs typeface="Times New Roman" pitchFamily="-128" charset="0"/>
              </a:rPr>
              <a:t>ANSWER EVALUATION USING MACHINE LEARNING            </a:t>
            </a:r>
            <a:endParaRPr lang="en-US" sz="2400" b="1" dirty="0">
              <a:solidFill>
                <a:schemeClr val="tx2">
                  <a:lumMod val="75000"/>
                </a:schemeClr>
              </a:solidFill>
            </a:endParaRPr>
          </a:p>
        </p:txBody>
      </p:sp>
      <p:sp>
        <p:nvSpPr>
          <p:cNvPr id="3" name="Content Placeholder 2"/>
          <p:cNvSpPr>
            <a:spLocks noGrp="1"/>
          </p:cNvSpPr>
          <p:nvPr>
            <p:ph idx="1"/>
          </p:nvPr>
        </p:nvSpPr>
        <p:spPr>
          <a:xfrm>
            <a:off x="457200" y="1340768"/>
            <a:ext cx="8507288" cy="5328592"/>
          </a:xfrm>
        </p:spPr>
        <p:txBody>
          <a:bodyPr>
            <a:normAutofit/>
          </a:bodyPr>
          <a:lstStyle/>
          <a:p>
            <a:pPr marL="0" indent="0">
              <a:buNone/>
            </a:pPr>
            <a:r>
              <a:rPr lang="en-US" dirty="0"/>
              <a:t> </a:t>
            </a:r>
            <a:r>
              <a:rPr lang="en-US" dirty="0" smtClean="0"/>
              <a:t>                                 </a:t>
            </a:r>
            <a:endParaRPr lang="en-US" sz="1000" dirty="0" smtClean="0">
              <a:latin typeface="Times New Roman" pitchFamily="18" charset="0"/>
              <a:cs typeface="Times New Roman" pitchFamily="18" charset="0"/>
            </a:endParaRPr>
          </a:p>
          <a:p>
            <a:pPr marL="0" indent="0">
              <a:buNone/>
            </a:pPr>
            <a:r>
              <a:rPr lang="en-US" b="1"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Presented by</a:t>
            </a:r>
          </a:p>
          <a:p>
            <a:pPr marL="0" indent="0" algn="just">
              <a:buNone/>
            </a:pPr>
            <a:r>
              <a:rPr lang="en-US" dirty="0" smtClean="0">
                <a:latin typeface="Times New Roman" pitchFamily="18" charset="0"/>
                <a:cs typeface="Times New Roman" pitchFamily="18" charset="0"/>
              </a:rPr>
              <a:t>                                </a:t>
            </a:r>
            <a:endParaRPr lang="en-US" sz="1900" dirty="0">
              <a:latin typeface="Times New Roman" pitchFamily="18" charset="0"/>
              <a:cs typeface="Times New Roman" pitchFamily="18" charset="0"/>
            </a:endParaRPr>
          </a:p>
          <a:p>
            <a:pPr marL="0" indent="0" algn="just">
              <a:buNone/>
            </a:pPr>
            <a:r>
              <a:rPr lang="en-IN" sz="1900" smtClean="0">
                <a:latin typeface="Times New Roman" pitchFamily="18" charset="0"/>
                <a:cs typeface="Times New Roman" pitchFamily="18" charset="0"/>
              </a:rPr>
              <a:t> </a:t>
            </a:r>
            <a:r>
              <a:rPr lang="en-IN" sz="1900" smtClean="0">
                <a:latin typeface="Times New Roman" pitchFamily="18" charset="0"/>
                <a:cs typeface="Times New Roman" pitchFamily="18" charset="0"/>
              </a:rPr>
              <a:t>                                                          </a:t>
            </a:r>
            <a:r>
              <a:rPr lang="en-IN" sz="1900" smtClean="0">
                <a:latin typeface="Times New Roman" pitchFamily="18" charset="0"/>
                <a:cs typeface="Times New Roman" pitchFamily="18" charset="0"/>
              </a:rPr>
              <a:t> </a:t>
            </a:r>
            <a:r>
              <a:rPr lang="en-IN" sz="1900" dirty="0" err="1" smtClean="0">
                <a:latin typeface="Times New Roman" pitchFamily="18" charset="0"/>
                <a:cs typeface="Times New Roman" pitchFamily="18" charset="0"/>
              </a:rPr>
              <a:t>T.Sai</a:t>
            </a:r>
            <a:r>
              <a:rPr lang="en-IN" sz="1900" dirty="0" smtClean="0">
                <a:latin typeface="Times New Roman" pitchFamily="18" charset="0"/>
                <a:cs typeface="Times New Roman" pitchFamily="18" charset="0"/>
              </a:rPr>
              <a:t> </a:t>
            </a:r>
            <a:r>
              <a:rPr lang="en-IN" sz="1900" dirty="0" err="1" smtClean="0">
                <a:latin typeface="Times New Roman" pitchFamily="18" charset="0"/>
                <a:cs typeface="Times New Roman" pitchFamily="18" charset="0"/>
              </a:rPr>
              <a:t>Hareesha</a:t>
            </a:r>
            <a:endParaRPr lang="en-US" sz="1900" dirty="0">
              <a:latin typeface="Times New Roman" pitchFamily="18" charset="0"/>
              <a:cs typeface="Times New Roman" pitchFamily="18" charset="0"/>
            </a:endParaRPr>
          </a:p>
          <a:p>
            <a:pPr marL="0" indent="0" algn="just">
              <a:buNone/>
            </a:pPr>
            <a:r>
              <a:rPr lang="en-IN" sz="1900" dirty="0" smtClean="0">
                <a:latin typeface="Times New Roman" pitchFamily="18" charset="0"/>
                <a:cs typeface="Times New Roman" pitchFamily="18" charset="0"/>
              </a:rPr>
              <a:t>                                          </a:t>
            </a:r>
            <a:endParaRPr lang="en-US" sz="1900" dirty="0" smtClean="0">
              <a:latin typeface="Times New Roman" pitchFamily="18" charset="0"/>
              <a:cs typeface="Times New Roman" pitchFamily="18" charset="0"/>
            </a:endParaRPr>
          </a:p>
          <a:p>
            <a:pPr marL="0" indent="0" algn="ctr">
              <a:buNone/>
            </a:pPr>
            <a:r>
              <a:rPr lang="en-IN" sz="2200" b="1" dirty="0" smtClean="0">
                <a:latin typeface="Times New Roman" pitchFamily="18" charset="0"/>
                <a:cs typeface="Times New Roman" pitchFamily="18" charset="0"/>
              </a:rPr>
              <a:t>Under the esteemed guidance of</a:t>
            </a:r>
          </a:p>
          <a:p>
            <a:pPr marL="0" indent="0" algn="ctr">
              <a:buNone/>
            </a:pPr>
            <a:r>
              <a:rPr lang="en-IN" sz="1900" dirty="0" smtClean="0">
                <a:latin typeface="Times New Roman" pitchFamily="18" charset="0"/>
                <a:cs typeface="Times New Roman" pitchFamily="18" charset="0"/>
              </a:rPr>
              <a:t>  </a:t>
            </a:r>
            <a:r>
              <a:rPr lang="en-IN" sz="1900" dirty="0" err="1" smtClean="0"/>
              <a:t>Mrs.S.Nahida</a:t>
            </a:r>
            <a:r>
              <a:rPr lang="en-IN" sz="1900" dirty="0" smtClean="0">
                <a:latin typeface="Times New Roman" pitchFamily="18" charset="0"/>
                <a:cs typeface="Times New Roman" pitchFamily="18" charset="0"/>
              </a:rPr>
              <a:t>                     </a:t>
            </a:r>
          </a:p>
          <a:p>
            <a:pPr marL="0" indent="0" algn="ctr">
              <a:buNone/>
            </a:pPr>
            <a:r>
              <a:rPr lang="en-IN" sz="2400" dirty="0" smtClean="0">
                <a:latin typeface="Times New Roman" pitchFamily="18" charset="0"/>
                <a:cs typeface="Times New Roman" pitchFamily="18" charset="0"/>
              </a:rPr>
              <a:t>     </a:t>
            </a:r>
            <a:r>
              <a:rPr lang="en-IN" sz="1900" dirty="0" smtClean="0">
                <a:latin typeface="Times New Roman" pitchFamily="18" charset="0"/>
                <a:cs typeface="Times New Roman" pitchFamily="18" charset="0"/>
              </a:rPr>
              <a:t>Associate Professor, CSE Department</a:t>
            </a:r>
          </a:p>
          <a:p>
            <a:pPr marL="457200" fontAlgn="auto">
              <a:lnSpc>
                <a:spcPct val="115000"/>
              </a:lnSpc>
              <a:spcAft>
                <a:spcPts val="0"/>
              </a:spcAft>
              <a:buFont typeface="Arial" pitchFamily="34" charset="0"/>
              <a:buNone/>
              <a:defRPr/>
            </a:pPr>
            <a:r>
              <a:rPr lang="en-IN" sz="2400" dirty="0" smtClean="0">
                <a:latin typeface="Times New Roman" pitchFamily="18" charset="0"/>
                <a:cs typeface="Times New Roman" pitchFamily="18" charset="0"/>
              </a:rPr>
              <a:t>            </a:t>
            </a:r>
            <a:r>
              <a:rPr lang="en-US" sz="1900" b="1" dirty="0" smtClean="0">
                <a:latin typeface="Times New Roman" pitchFamily="18" charset="0"/>
                <a:ea typeface="Calibri"/>
                <a:cs typeface="Times New Roman" pitchFamily="18" charset="0"/>
              </a:rPr>
              <a:t>DEPARTMENT OF COMPUTER SCIENCE AND ENGINEERING</a:t>
            </a:r>
          </a:p>
          <a:p>
            <a:pPr marL="457200" algn="ctr" fontAlgn="auto">
              <a:lnSpc>
                <a:spcPct val="115000"/>
              </a:lnSpc>
              <a:spcAft>
                <a:spcPts val="0"/>
              </a:spcAft>
              <a:buFont typeface="Arial" pitchFamily="34" charset="0"/>
              <a:buNone/>
              <a:defRPr/>
            </a:pPr>
            <a:r>
              <a:rPr lang="en-US" sz="1900" b="1" dirty="0" smtClean="0">
                <a:latin typeface="Times New Roman" pitchFamily="18" charset="0"/>
                <a:ea typeface="Calibri"/>
                <a:cs typeface="Times New Roman" pitchFamily="18" charset="0"/>
              </a:rPr>
              <a:t>    NRI INSTITUTE OF TECHNOLOGY</a:t>
            </a:r>
            <a:endParaRPr lang="en-IN" sz="1900" dirty="0" smtClean="0">
              <a:latin typeface="Times New Roman" pitchFamily="18" charset="0"/>
              <a:ea typeface="Calibri"/>
              <a:cs typeface="Times New Roman" pitchFamily="18" charset="0"/>
            </a:endParaRPr>
          </a:p>
          <a:p>
            <a:pPr marL="457200" algn="ctr" fontAlgn="auto">
              <a:lnSpc>
                <a:spcPct val="115000"/>
              </a:lnSpc>
              <a:spcAft>
                <a:spcPts val="0"/>
              </a:spcAft>
              <a:buFont typeface="Arial" pitchFamily="34" charset="0"/>
              <a:buNone/>
              <a:defRPr/>
            </a:pPr>
            <a:r>
              <a:rPr lang="en-US" sz="1400" dirty="0" smtClean="0">
                <a:latin typeface="Times New Roman" pitchFamily="18" charset="0"/>
                <a:ea typeface="Calibri"/>
                <a:cs typeface="Times New Roman" pitchFamily="18" charset="0"/>
              </a:rPr>
              <a:t>(Accredited by NBA:CSE,ECE &amp;EEE)</a:t>
            </a:r>
            <a:endParaRPr lang="en-IN" sz="1400" dirty="0" smtClean="0">
              <a:latin typeface="Times New Roman" pitchFamily="18" charset="0"/>
              <a:ea typeface="Calibri"/>
              <a:cs typeface="Times New Roman" pitchFamily="18" charset="0"/>
            </a:endParaRPr>
          </a:p>
          <a:p>
            <a:pPr marL="228600" algn="ctr" fontAlgn="auto">
              <a:lnSpc>
                <a:spcPct val="115000"/>
              </a:lnSpc>
              <a:spcAft>
                <a:spcPts val="0"/>
              </a:spcAft>
              <a:buFont typeface="Arial" pitchFamily="34" charset="0"/>
              <a:buNone/>
              <a:defRPr/>
            </a:pPr>
            <a:r>
              <a:rPr lang="en-US" sz="1500" dirty="0" smtClean="0">
                <a:latin typeface="Times New Roman" pitchFamily="18" charset="0"/>
                <a:ea typeface="Calibri"/>
                <a:cs typeface="Times New Roman" pitchFamily="18" charset="0"/>
              </a:rPr>
              <a:t>                  An Autonomous Institution, Permanently Affiliated to JNTUK, Kakinada</a:t>
            </a:r>
            <a:endParaRPr lang="en-IN" sz="1500" dirty="0" smtClean="0">
              <a:latin typeface="Times New Roman" pitchFamily="18" charset="0"/>
              <a:ea typeface="Calibri"/>
              <a:cs typeface="Times New Roman" pitchFamily="18" charset="0"/>
            </a:endParaRPr>
          </a:p>
          <a:p>
            <a:pPr marL="228600" algn="ctr" fontAlgn="auto">
              <a:lnSpc>
                <a:spcPct val="115000"/>
              </a:lnSpc>
              <a:spcAft>
                <a:spcPts val="0"/>
              </a:spcAft>
              <a:buFont typeface="Arial" pitchFamily="34" charset="0"/>
              <a:buNone/>
              <a:defRPr/>
            </a:pPr>
            <a:r>
              <a:rPr lang="en-US" sz="1500" dirty="0" smtClean="0">
                <a:latin typeface="Times New Roman" pitchFamily="18" charset="0"/>
                <a:ea typeface="Calibri"/>
                <a:cs typeface="Times New Roman" pitchFamily="18" charset="0"/>
              </a:rPr>
              <a:t>              (Accredited by NAAC with ”A” Grade and ISO 9001:2015 Certified Institution)</a:t>
            </a:r>
            <a:endParaRPr lang="en-IN" sz="1500" dirty="0" smtClean="0">
              <a:latin typeface="Times New Roman" pitchFamily="18" charset="0"/>
              <a:ea typeface="Calibri"/>
              <a:cs typeface="Times New Roman" pitchFamily="18" charset="0"/>
            </a:endParaRPr>
          </a:p>
          <a:p>
            <a:pPr marL="0" indent="0">
              <a:buNone/>
            </a:pPr>
            <a:endParaRPr lang="en-US" sz="2400" dirty="0">
              <a:latin typeface="Times New Roman" pitchFamily="18" charset="0"/>
              <a:cs typeface="Times New Roman"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179512" y="5085184"/>
            <a:ext cx="1359408" cy="1213104"/>
          </a:xfrm>
          <a:prstGeom prst="rect">
            <a:avLst/>
          </a:prstGeom>
        </p:spPr>
      </p:pic>
    </p:spTree>
    <p:extLst>
      <p:ext uri="{BB962C8B-B14F-4D97-AF65-F5344CB8AC3E}">
        <p14:creationId xmlns:p14="http://schemas.microsoft.com/office/powerpoint/2010/main" xmlns="" val="446600391"/>
      </p:ext>
    </p:extLst>
  </p:cSld>
  <p:clrMapOvr>
    <a:masterClrMapping/>
  </p:clrMapOvr>
  <mc:AlternateContent xmlns:mc="http://schemas.openxmlformats.org/markup-compatibility/2006">
    <mc:Choice xmlns:p14="http://schemas.microsoft.com/office/powerpoint/2010/main" xmlns="" Requires="p14">
      <p:transition p14:dur="0"/>
    </mc:Choice>
    <mc:Fallback>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a:xfrm>
            <a:off x="285720" y="214290"/>
            <a:ext cx="7239000" cy="1143000"/>
          </a:xfrm>
        </p:spPr>
        <p:txBody>
          <a:bodyPr>
            <a:normAutofit/>
          </a:bodyPr>
          <a:lstStyle/>
          <a:p>
            <a:pPr algn="ctr" fontAlgn="auto">
              <a:spcAft>
                <a:spcPts val="0"/>
              </a:spcAft>
              <a:defRPr/>
            </a:pPr>
            <a:r>
              <a:rPr lang="en-IN" sz="3200" u="sng" dirty="0" smtClean="0">
                <a:solidFill>
                  <a:srgbClr val="0070C0"/>
                </a:solidFill>
                <a:latin typeface="Times New Roman" pitchFamily="-128" charset="0"/>
                <a:cs typeface="Times New Roman" pitchFamily="-128" charset="0"/>
              </a:rPr>
              <a:t>List of the Contents</a:t>
            </a:r>
          </a:p>
        </p:txBody>
      </p:sp>
      <p:sp>
        <p:nvSpPr>
          <p:cNvPr id="7171" name="Content Placeholder 2"/>
          <p:cNvSpPr>
            <a:spLocks noGrp="1"/>
          </p:cNvSpPr>
          <p:nvPr>
            <p:ph idx="1"/>
          </p:nvPr>
        </p:nvSpPr>
        <p:spPr>
          <a:xfrm>
            <a:off x="142875" y="1714500"/>
            <a:ext cx="8229600" cy="4768850"/>
          </a:xfrm>
        </p:spPr>
        <p:txBody>
          <a:bodyPr>
            <a:normAutofit/>
          </a:bodyPr>
          <a:lstStyle/>
          <a:p>
            <a:pPr algn="just"/>
            <a:r>
              <a:rPr lang="en-IN" sz="2200" b="1" dirty="0" smtClean="0">
                <a:latin typeface="Times New Roman" pitchFamily="-128" charset="0"/>
                <a:cs typeface="Times New Roman" pitchFamily="-128" charset="0"/>
              </a:rPr>
              <a:t>Abstract</a:t>
            </a:r>
          </a:p>
          <a:p>
            <a:pPr algn="just"/>
            <a:r>
              <a:rPr lang="en-IN" sz="2200" b="1" dirty="0" smtClean="0">
                <a:latin typeface="Times New Roman" pitchFamily="-128" charset="0"/>
                <a:cs typeface="Times New Roman" pitchFamily="-128" charset="0"/>
              </a:rPr>
              <a:t>Existing Model and Disadvantages of the model</a:t>
            </a:r>
          </a:p>
          <a:p>
            <a:pPr algn="just"/>
            <a:r>
              <a:rPr lang="en-IN" sz="2200" b="1" dirty="0" smtClean="0">
                <a:latin typeface="Times New Roman" pitchFamily="-128" charset="0"/>
                <a:cs typeface="Times New Roman" pitchFamily="-128" charset="0"/>
              </a:rPr>
              <a:t>Proposed Model and Advantages </a:t>
            </a:r>
            <a:r>
              <a:rPr lang="en-IN" sz="2200" b="1" dirty="0">
                <a:latin typeface="Times New Roman" pitchFamily="-128" charset="0"/>
                <a:cs typeface="Times New Roman" pitchFamily="-128" charset="0"/>
              </a:rPr>
              <a:t>o</a:t>
            </a:r>
            <a:r>
              <a:rPr lang="en-IN" sz="2200" b="1" dirty="0" smtClean="0">
                <a:latin typeface="Times New Roman" pitchFamily="-128" charset="0"/>
                <a:cs typeface="Times New Roman" pitchFamily="-128" charset="0"/>
              </a:rPr>
              <a:t>f the </a:t>
            </a:r>
            <a:r>
              <a:rPr lang="en-IN" sz="2200" b="1" dirty="0">
                <a:latin typeface="Times New Roman" pitchFamily="-128" charset="0"/>
                <a:cs typeface="Times New Roman" pitchFamily="-128" charset="0"/>
              </a:rPr>
              <a:t>m</a:t>
            </a:r>
            <a:r>
              <a:rPr lang="en-IN" sz="2200" b="1" dirty="0" smtClean="0">
                <a:latin typeface="Times New Roman" pitchFamily="-128" charset="0"/>
                <a:cs typeface="Times New Roman" pitchFamily="-128" charset="0"/>
              </a:rPr>
              <a:t>odel</a:t>
            </a:r>
          </a:p>
          <a:p>
            <a:pPr algn="just"/>
            <a:r>
              <a:rPr lang="en-IN" sz="2200" b="1" dirty="0" smtClean="0">
                <a:latin typeface="Times New Roman" pitchFamily="-128" charset="0"/>
                <a:cs typeface="Times New Roman" pitchFamily="-128" charset="0"/>
              </a:rPr>
              <a:t>Modules</a:t>
            </a:r>
          </a:p>
          <a:p>
            <a:pPr algn="just"/>
            <a:r>
              <a:rPr lang="en-IN" sz="2200" b="1" dirty="0" smtClean="0">
                <a:latin typeface="Times New Roman" pitchFamily="-128" charset="0"/>
                <a:cs typeface="Times New Roman" pitchFamily="-128" charset="0"/>
              </a:rPr>
              <a:t>Flow Diagrams</a:t>
            </a:r>
          </a:p>
          <a:p>
            <a:pPr algn="just"/>
            <a:r>
              <a:rPr lang="en-IN" sz="2200" b="1" dirty="0" smtClean="0">
                <a:latin typeface="Times New Roman" pitchFamily="-128" charset="0"/>
                <a:cs typeface="Times New Roman" pitchFamily="-128" charset="0"/>
              </a:rPr>
              <a:t>Methodology</a:t>
            </a:r>
          </a:p>
          <a:p>
            <a:pPr algn="just"/>
            <a:r>
              <a:rPr lang="en-IN" sz="2200" b="1" dirty="0" smtClean="0">
                <a:latin typeface="Times New Roman" pitchFamily="-128" charset="0"/>
                <a:cs typeface="Times New Roman" pitchFamily="-128" charset="0"/>
              </a:rPr>
              <a:t>System Requirements</a:t>
            </a:r>
          </a:p>
          <a:p>
            <a:pPr algn="just"/>
            <a:r>
              <a:rPr lang="en-IN" sz="2200" b="1" dirty="0" smtClean="0">
                <a:latin typeface="Times New Roman" pitchFamily="-128" charset="0"/>
                <a:cs typeface="Times New Roman" pitchFamily="-128" charset="0"/>
              </a:rPr>
              <a:t>System Design</a:t>
            </a:r>
          </a:p>
          <a:p>
            <a:pPr algn="just"/>
            <a:r>
              <a:rPr lang="en-IN" sz="2200" b="1" dirty="0" smtClean="0">
                <a:latin typeface="Times New Roman" pitchFamily="-128" charset="0"/>
                <a:cs typeface="Times New Roman" pitchFamily="-128" charset="0"/>
              </a:rPr>
              <a:t>Screenshots</a:t>
            </a:r>
          </a:p>
          <a:p>
            <a:pPr algn="just"/>
            <a:r>
              <a:rPr lang="en-IN" sz="2200" b="1" dirty="0" smtClean="0">
                <a:latin typeface="Times New Roman" pitchFamily="-128" charset="0"/>
                <a:cs typeface="Times New Roman" pitchFamily="-128" charset="0"/>
              </a:rPr>
              <a:t>Conclusion</a:t>
            </a:r>
          </a:p>
          <a:p>
            <a:pPr algn="just"/>
            <a:r>
              <a:rPr lang="en-IN" sz="2200" b="1" dirty="0" smtClean="0">
                <a:latin typeface="Times New Roman" pitchFamily="-128" charset="0"/>
                <a:cs typeface="Times New Roman" pitchFamily="-128" charset="0"/>
              </a:rPr>
              <a:t>Publication</a:t>
            </a:r>
            <a:endParaRPr lang="en-IN" sz="2200" b="1" dirty="0">
              <a:latin typeface="Times New Roman" pitchFamily="-128" charset="0"/>
              <a:cs typeface="Times New Roman" pitchFamily="-128" charset="0"/>
            </a:endParaRPr>
          </a:p>
          <a:p>
            <a:pPr algn="just"/>
            <a:endParaRPr lang="en-IN" sz="2800" dirty="0" smtClean="0">
              <a:latin typeface="Times New Roman" pitchFamily="-128" charset="0"/>
              <a:cs typeface="Times New Roman" pitchFamily="-128" charset="0"/>
            </a:endParaRPr>
          </a:p>
          <a:p>
            <a:pPr marL="0" indent="0" algn="just">
              <a:buNone/>
            </a:pPr>
            <a:endParaRPr lang="en-IN" sz="2800" dirty="0" smtClean="0">
              <a:latin typeface="Times New Roman" pitchFamily="-128" charset="0"/>
              <a:cs typeface="Times New Roman" pitchFamily="-128" charset="0"/>
            </a:endParaRPr>
          </a:p>
        </p:txBody>
      </p:sp>
    </p:spTree>
  </p:cSld>
  <p:clrMapOvr>
    <a:masterClrMapping/>
  </p:clrMapOvr>
  <p:transition>
    <p:cut thruBlk="1"/>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                   </a:t>
            </a:r>
            <a:r>
              <a:rPr lang="en-IN" sz="3200" dirty="0" smtClean="0">
                <a:latin typeface="Times New Roman" pitchFamily="18" charset="0"/>
                <a:cs typeface="Times New Roman" pitchFamily="18" charset="0"/>
              </a:rPr>
              <a:t>ABSTRACT</a:t>
            </a:r>
            <a:endParaRPr lang="en-US" sz="3200" u="sng"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lgn="just">
              <a:buNone/>
            </a:pPr>
            <a:r>
              <a:rPr lang="en-IN" sz="2000" dirty="0"/>
              <a:t> </a:t>
            </a:r>
            <a:r>
              <a:rPr lang="en-IN" sz="2000" dirty="0" smtClean="0"/>
              <a:t>         The </a:t>
            </a:r>
            <a:r>
              <a:rPr lang="en-IN" sz="2000" dirty="0"/>
              <a:t>main idea is to make it real and easy for the evaluators and the system will evaluate the answer based upon the matched keywords and the minimum length of the answer provided by the student. This is going to be designed with the machine learning process by the use of back propagation algorithm and natural language processor to understand the </a:t>
            </a:r>
            <a:r>
              <a:rPr lang="en-IN" sz="2000" dirty="0">
                <a:latin typeface="Times New Roman" pitchFamily="18" charset="0"/>
                <a:cs typeface="Times New Roman" pitchFamily="18" charset="0"/>
              </a:rPr>
              <a:t>language</a:t>
            </a:r>
            <a:r>
              <a:rPr lang="en-IN" sz="2000" dirty="0"/>
              <a:t> of the provided input  </a:t>
            </a:r>
            <a:r>
              <a:rPr lang="en-IN" sz="2000" dirty="0" smtClean="0"/>
              <a:t>answer  sheet.</a:t>
            </a:r>
            <a:endParaRPr lang="en-US" sz="20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76672"/>
            <a:ext cx="8064896" cy="965523"/>
          </a:xfrm>
        </p:spPr>
        <p:txBody>
          <a:bodyPr>
            <a:normAutofit/>
          </a:bodyPr>
          <a:lstStyle/>
          <a:p>
            <a:pPr algn="ctr"/>
            <a:r>
              <a:rPr lang="en-US" sz="3200" dirty="0" smtClean="0">
                <a:latin typeface="Times New Roman" panose="02020603050405020304" pitchFamily="18" charset="0"/>
                <a:cs typeface="Times New Roman" panose="02020603050405020304" pitchFamily="18" charset="0"/>
              </a:rPr>
              <a:t>EXISTING  SYSTEM</a:t>
            </a:r>
            <a:endParaRPr lang="en-IN"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23507" y="1412776"/>
            <a:ext cx="8296986" cy="4896545"/>
          </a:xfrm>
        </p:spPr>
        <p:txBody>
          <a:bodyPr>
            <a:normAutofit fontScale="92500" lnSpcReduction="20000"/>
          </a:bodyPr>
          <a:lstStyle/>
          <a:p>
            <a:pPr marL="0" indent="0" algn="just">
              <a:lnSpc>
                <a:spcPct val="150000"/>
              </a:lnSpc>
              <a:buNone/>
            </a:pPr>
            <a:endParaRPr lang="en-IN" sz="2000" dirty="0" smtClean="0">
              <a:latin typeface="Times New Roman" panose="02020603050405020304" pitchFamily="18" charset="0"/>
              <a:cs typeface="Times New Roman" panose="02020603050405020304" pitchFamily="18" charset="0"/>
            </a:endParaRPr>
          </a:p>
          <a:p>
            <a:pPr algn="just">
              <a:lnSpc>
                <a:spcPct val="150000"/>
              </a:lnSpc>
            </a:pPr>
            <a:r>
              <a:rPr lang="en-IN" sz="2200" dirty="0" smtClean="0">
                <a:latin typeface="Times New Roman" pitchFamily="18" charset="0"/>
                <a:cs typeface="Times New Roman" panose="02020603050405020304" pitchFamily="18" charset="0"/>
              </a:rPr>
              <a:t>Manual </a:t>
            </a:r>
            <a:r>
              <a:rPr lang="en-IN" sz="2200" dirty="0">
                <a:latin typeface="Times New Roman" panose="02020603050405020304" pitchFamily="18" charset="0"/>
                <a:cs typeface="Times New Roman" panose="02020603050405020304" pitchFamily="18" charset="0"/>
              </a:rPr>
              <a:t>evaluation is a time and energy-consuming task. Presently, we have automated systems for objective type, single sentence answers and descriptive answers with less accuracy level. </a:t>
            </a:r>
            <a:endParaRPr lang="en-IN" sz="2200" dirty="0" smtClean="0">
              <a:latin typeface="Times New Roman" panose="02020603050405020304" pitchFamily="18" charset="0"/>
              <a:cs typeface="Times New Roman" panose="02020603050405020304" pitchFamily="18" charset="0"/>
            </a:endParaRPr>
          </a:p>
          <a:p>
            <a:pPr algn="just">
              <a:lnSpc>
                <a:spcPct val="150000"/>
              </a:lnSpc>
            </a:pPr>
            <a:r>
              <a:rPr lang="en-IN" sz="2200" dirty="0" smtClean="0">
                <a:latin typeface="Times New Roman" panose="02020603050405020304" pitchFamily="18" charset="0"/>
                <a:cs typeface="Times New Roman" panose="02020603050405020304" pitchFamily="18" charset="0"/>
              </a:rPr>
              <a:t>In </a:t>
            </a:r>
            <a:r>
              <a:rPr lang="en-IN" sz="2200" dirty="0">
                <a:latin typeface="Times New Roman" panose="02020603050405020304" pitchFamily="18" charset="0"/>
                <a:cs typeface="Times New Roman" panose="02020603050405020304" pitchFamily="18" charset="0"/>
              </a:rPr>
              <a:t>this paper, our goal is to develop an automated answer evaluation system using machine learning. The system will evaluate the answer based upon the matched keywords and the minimum length of the answer provided by the moderator. </a:t>
            </a:r>
            <a:endParaRPr lang="en-IN" sz="2200" dirty="0" smtClean="0">
              <a:latin typeface="Times New Roman" panose="02020603050405020304" pitchFamily="18" charset="0"/>
              <a:cs typeface="Times New Roman" panose="02020603050405020304" pitchFamily="18" charset="0"/>
            </a:endParaRPr>
          </a:p>
          <a:p>
            <a:pPr algn="just">
              <a:lnSpc>
                <a:spcPct val="150000"/>
              </a:lnSpc>
            </a:pPr>
            <a:r>
              <a:rPr lang="en-IN" sz="2200" dirty="0" smtClean="0">
                <a:latin typeface="Times New Roman" panose="02020603050405020304" pitchFamily="18" charset="0"/>
                <a:cs typeface="Times New Roman" panose="02020603050405020304" pitchFamily="18" charset="0"/>
              </a:rPr>
              <a:t>The </a:t>
            </a:r>
            <a:r>
              <a:rPr lang="en-IN" sz="2200" dirty="0">
                <a:latin typeface="Times New Roman" panose="02020603050405020304" pitchFamily="18" charset="0"/>
                <a:cs typeface="Times New Roman" panose="02020603050405020304" pitchFamily="18" charset="0"/>
              </a:rPr>
              <a:t>scanned handwritten answer sheet will be given as input to the proposed system. The system will use an artificial neural network with back-propagation algorithm. </a:t>
            </a:r>
          </a:p>
          <a:p>
            <a:pPr algn="just">
              <a:lnSpc>
                <a:spcPct val="150000"/>
              </a:lnSpc>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48426811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04664"/>
            <a:ext cx="8229600" cy="1143000"/>
          </a:xfrm>
        </p:spPr>
        <p:txBody>
          <a:bodyPr>
            <a:normAutofit/>
          </a:bodyPr>
          <a:lstStyle/>
          <a:p>
            <a:pPr algn="ctr"/>
            <a:r>
              <a:rPr lang="en-US" sz="3200" dirty="0" smtClean="0">
                <a:latin typeface="Times New Roman" panose="02020603050405020304" pitchFamily="18" charset="0"/>
                <a:cs typeface="Times New Roman" panose="02020603050405020304" pitchFamily="18" charset="0"/>
              </a:rPr>
              <a:t>DISADVANTAGES</a:t>
            </a:r>
            <a:endParaRPr lang="en-IN"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lvl="0" algn="just">
              <a:lnSpc>
                <a:spcPct val="150000"/>
              </a:lnSpc>
            </a:pPr>
            <a:r>
              <a:rPr lang="en-IN" sz="2000" dirty="0">
                <a:latin typeface="Times New Roman" panose="02020603050405020304" pitchFamily="18" charset="0"/>
                <a:cs typeface="Times New Roman" panose="02020603050405020304" pitchFamily="18" charset="0"/>
              </a:rPr>
              <a:t>The results is low when compared with proposed.</a:t>
            </a:r>
          </a:p>
          <a:p>
            <a:pPr lvl="0" algn="just">
              <a:lnSpc>
                <a:spcPct val="150000"/>
              </a:lnSpc>
            </a:pPr>
            <a:r>
              <a:rPr lang="en-US" sz="2000" dirty="0">
                <a:latin typeface="Times New Roman" panose="02020603050405020304" pitchFamily="18" charset="0"/>
                <a:cs typeface="Times New Roman" panose="02020603050405020304" pitchFamily="18" charset="0"/>
              </a:rPr>
              <a:t>The prediction of text is poor</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US" sz="2000" dirty="0">
                <a:latin typeface="Times New Roman" panose="02020603050405020304" pitchFamily="18" charset="0"/>
                <a:cs typeface="Times New Roman" panose="02020603050405020304" pitchFamily="18" charset="0"/>
              </a:rPr>
              <a:t>It doesn’t implement the pytesseract.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87747970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548680"/>
            <a:ext cx="8229600" cy="1143000"/>
          </a:xfrm>
        </p:spPr>
        <p:txBody>
          <a:bodyPr>
            <a:normAutofit/>
          </a:bodyPr>
          <a:lstStyle/>
          <a:p>
            <a:pPr algn="ctr"/>
            <a:r>
              <a:rPr lang="en-US" sz="3200" dirty="0" smtClean="0">
                <a:latin typeface="Times New Roman" panose="02020603050405020304" pitchFamily="18" charset="0"/>
                <a:cs typeface="Times New Roman" panose="02020603050405020304" pitchFamily="18" charset="0"/>
              </a:rPr>
              <a:t>PROPOSED SYSTEM</a:t>
            </a:r>
            <a:endParaRPr lang="en-IN"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67237" y="1916832"/>
            <a:ext cx="8248114" cy="4496846"/>
          </a:xfrm>
        </p:spPr>
        <p:txBody>
          <a:bodyPr>
            <a:noAutofit/>
          </a:bodyPr>
          <a:lstStyle/>
          <a:p>
            <a:pPr algn="just">
              <a:lnSpc>
                <a:spcPct val="150000"/>
              </a:lnSpc>
            </a:pPr>
            <a:r>
              <a:rPr lang="en-IN" sz="2000" dirty="0">
                <a:latin typeface="Times New Roman" pitchFamily="18" charset="0"/>
                <a:cs typeface="Times New Roman" panose="02020603050405020304" pitchFamily="18" charset="0"/>
              </a:rPr>
              <a:t>In proposed system, the image dataset was taken as input. Then, we have to implement the pre-processing step. </a:t>
            </a:r>
            <a:endParaRPr lang="en-IN" sz="2000" dirty="0" smtClean="0">
              <a:latin typeface="Times New Roman" panose="02020603050405020304" pitchFamily="18" charset="0"/>
              <a:cs typeface="Times New Roman" panose="02020603050405020304" pitchFamily="18" charset="0"/>
            </a:endParaRPr>
          </a:p>
          <a:p>
            <a:pPr algn="just">
              <a:lnSpc>
                <a:spcPct val="150000"/>
              </a:lnSpc>
            </a:pPr>
            <a:r>
              <a:rPr lang="en-IN" sz="2000" dirty="0" smtClean="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After that, we have to extract the text from input image by using the </a:t>
            </a:r>
            <a:r>
              <a:rPr lang="en-IN" sz="2000" dirty="0" err="1" smtClean="0">
                <a:latin typeface="Times New Roman" panose="02020603050405020304" pitchFamily="18" charset="0"/>
                <a:cs typeface="Times New Roman" panose="02020603050405020304" pitchFamily="18" charset="0"/>
              </a:rPr>
              <a:t>pytesseract</a:t>
            </a:r>
            <a:r>
              <a:rPr lang="en-IN" sz="2000" dirty="0" smtClean="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and the extracted text will be stored in text format. </a:t>
            </a:r>
            <a:endParaRPr lang="en-IN" sz="2000" dirty="0" smtClean="0">
              <a:latin typeface="Times New Roman" panose="02020603050405020304" pitchFamily="18" charset="0"/>
              <a:cs typeface="Times New Roman" panose="02020603050405020304" pitchFamily="18" charset="0"/>
            </a:endParaRPr>
          </a:p>
          <a:p>
            <a:pPr algn="just">
              <a:lnSpc>
                <a:spcPct val="150000"/>
              </a:lnSpc>
            </a:pPr>
            <a:r>
              <a:rPr lang="en-IN" sz="2000" dirty="0" smtClean="0">
                <a:latin typeface="Times New Roman" panose="02020603050405020304" pitchFamily="18" charset="0"/>
                <a:cs typeface="Times New Roman" panose="02020603050405020304" pitchFamily="18" charset="0"/>
              </a:rPr>
              <a:t>Then</a:t>
            </a:r>
            <a:r>
              <a:rPr lang="en-IN" sz="2000" dirty="0">
                <a:latin typeface="Times New Roman" panose="02020603050405020304" pitchFamily="18" charset="0"/>
                <a:cs typeface="Times New Roman" panose="02020603050405020304" pitchFamily="18" charset="0"/>
              </a:rPr>
              <a:t>, we have to implement the Natural Language Processing for cleaning the extracted text</a:t>
            </a:r>
            <a:r>
              <a:rPr lang="en-IN" sz="2000" dirty="0" smtClean="0">
                <a:latin typeface="Times New Roman" panose="02020603050405020304" pitchFamily="18" charset="0"/>
                <a:cs typeface="Times New Roman" panose="02020603050405020304" pitchFamily="18" charset="0"/>
              </a:rPr>
              <a:t>.</a:t>
            </a:r>
          </a:p>
          <a:p>
            <a:pPr algn="just">
              <a:lnSpc>
                <a:spcPct val="150000"/>
              </a:lnSpc>
            </a:pPr>
            <a:r>
              <a:rPr lang="en-IN" sz="2000" dirty="0" smtClean="0">
                <a:latin typeface="Times New Roman" panose="02020603050405020304" pitchFamily="18" charset="0"/>
                <a:cs typeface="Times New Roman" panose="02020603050405020304" pitchFamily="18" charset="0"/>
              </a:rPr>
              <a:t>After </a:t>
            </a:r>
            <a:r>
              <a:rPr lang="en-IN" sz="2000" dirty="0">
                <a:latin typeface="Times New Roman" panose="02020603050405020304" pitchFamily="18" charset="0"/>
                <a:cs typeface="Times New Roman" panose="02020603050405020304" pitchFamily="18" charset="0"/>
              </a:rPr>
              <a:t>that, we have to implement the deep learning algorithm such as Artificial Neural Network (ANN). </a:t>
            </a:r>
          </a:p>
        </p:txBody>
      </p:sp>
    </p:spTree>
    <p:extLst>
      <p:ext uri="{BB962C8B-B14F-4D97-AF65-F5344CB8AC3E}">
        <p14:creationId xmlns:p14="http://schemas.microsoft.com/office/powerpoint/2010/main" xmlns="" val="142830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476672"/>
            <a:ext cx="8229600" cy="1143000"/>
          </a:xfrm>
        </p:spPr>
        <p:txBody>
          <a:bodyPr>
            <a:normAutofit/>
          </a:bodyPr>
          <a:lstStyle/>
          <a:p>
            <a:pPr algn="ctr"/>
            <a:r>
              <a:rPr lang="en-US" sz="3200" dirty="0" smtClean="0">
                <a:latin typeface="Times New Roman" panose="02020603050405020304" pitchFamily="18" charset="0"/>
                <a:cs typeface="Times New Roman" panose="02020603050405020304" pitchFamily="18" charset="0"/>
              </a:rPr>
              <a:t>ADVANTAGES</a:t>
            </a:r>
            <a:endParaRPr lang="en-IN"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lvl="0" algn="just">
              <a:lnSpc>
                <a:spcPct val="150000"/>
              </a:lnSpc>
            </a:pPr>
            <a:r>
              <a:rPr lang="en-US" sz="2000" dirty="0">
                <a:latin typeface="Times New Roman" panose="02020603050405020304" pitchFamily="18" charset="0"/>
                <a:cs typeface="Times New Roman" panose="02020603050405020304" pitchFamily="18" charset="0"/>
              </a:rPr>
              <a:t>It displays the text format </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US" sz="2000" dirty="0">
                <a:latin typeface="Times New Roman" panose="02020603050405020304" pitchFamily="18" charset="0"/>
                <a:cs typeface="Times New Roman" panose="02020603050405020304" pitchFamily="18" charset="0"/>
              </a:rPr>
              <a:t>It will </a:t>
            </a:r>
            <a:r>
              <a:rPr lang="en-IN" sz="2000" dirty="0">
                <a:latin typeface="Times New Roman" panose="02020603050405020304" pitchFamily="18" charset="0"/>
                <a:cs typeface="Times New Roman" panose="02020603050405020304" pitchFamily="18" charset="0"/>
              </a:rPr>
              <a:t>recognize easy </a:t>
            </a:r>
          </a:p>
          <a:p>
            <a:pPr lvl="0" algn="just">
              <a:lnSpc>
                <a:spcPct val="150000"/>
              </a:lnSpc>
            </a:pPr>
            <a:r>
              <a:rPr lang="en-US" sz="2000" dirty="0">
                <a:latin typeface="Times New Roman" panose="02020603050405020304" pitchFamily="18" charset="0"/>
                <a:cs typeface="Times New Roman" panose="02020603050405020304" pitchFamily="18" charset="0"/>
              </a:rPr>
              <a:t>The accuracy is high. </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US" sz="2000" dirty="0">
                <a:latin typeface="Times New Roman" panose="02020603050405020304" pitchFamily="18" charset="0"/>
                <a:cs typeface="Times New Roman" panose="02020603050405020304" pitchFamily="18" charset="0"/>
              </a:rPr>
              <a:t>To evaluate the answers.</a:t>
            </a:r>
            <a:endParaRPr lang="en-IN" sz="2000" dirty="0">
              <a:latin typeface="Times New Roman" panose="02020603050405020304" pitchFamily="18" charset="0"/>
              <a:cs typeface="Times New Roman" panose="02020603050405020304" pitchFamily="18" charset="0"/>
            </a:endParaRPr>
          </a:p>
          <a:p>
            <a:pPr algn="just">
              <a:lnSpc>
                <a:spcPct val="150000"/>
              </a:lnSpc>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4090267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08688"/>
          </a:xfrm>
        </p:spPr>
        <p:txBody>
          <a:bodyPr>
            <a:normAutofit/>
          </a:bodyPr>
          <a:lstStyle/>
          <a:p>
            <a:pPr algn="ctr"/>
            <a:r>
              <a:rPr lang="en-US" sz="3200" dirty="0" smtClean="0">
                <a:latin typeface="Times New Roman" panose="02020603050405020304" pitchFamily="18" charset="0"/>
                <a:cs typeface="Times New Roman" panose="02020603050405020304" pitchFamily="18" charset="0"/>
              </a:rPr>
              <a:t>MODULES</a:t>
            </a:r>
            <a:endParaRPr lang="en-IN"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28650" y="1801504"/>
            <a:ext cx="7886700" cy="4723840"/>
          </a:xfrm>
        </p:spPr>
        <p:txBody>
          <a:bodyPr>
            <a:normAutofit/>
          </a:bodyPr>
          <a:lstStyle/>
          <a:p>
            <a:pPr lvl="0" algn="just">
              <a:lnSpc>
                <a:spcPct val="150000"/>
              </a:lnSpc>
            </a:pPr>
            <a:r>
              <a:rPr lang="en-US" sz="2000" dirty="0">
                <a:latin typeface="Times New Roman" panose="02020603050405020304" pitchFamily="18" charset="0"/>
                <a:cs typeface="Times New Roman" panose="02020603050405020304" pitchFamily="18" charset="0"/>
              </a:rPr>
              <a:t>Input </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US" sz="2000" dirty="0">
                <a:latin typeface="Times New Roman" panose="02020603050405020304" pitchFamily="18" charset="0"/>
                <a:cs typeface="Times New Roman" panose="02020603050405020304" pitchFamily="18" charset="0"/>
              </a:rPr>
              <a:t>Preprocessing</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US" sz="2000" dirty="0">
                <a:latin typeface="Times New Roman" panose="02020603050405020304" pitchFamily="18" charset="0"/>
                <a:cs typeface="Times New Roman" panose="02020603050405020304" pitchFamily="18" charset="0"/>
              </a:rPr>
              <a:t>Feature extraction</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US" sz="2000" dirty="0">
                <a:latin typeface="Times New Roman" panose="02020603050405020304" pitchFamily="18" charset="0"/>
                <a:cs typeface="Times New Roman" panose="02020603050405020304" pitchFamily="18" charset="0"/>
              </a:rPr>
              <a:t>Text recognition</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US" sz="2000" dirty="0">
                <a:latin typeface="Times New Roman" panose="02020603050405020304" pitchFamily="18" charset="0"/>
                <a:cs typeface="Times New Roman" panose="02020603050405020304" pitchFamily="18" charset="0"/>
              </a:rPr>
              <a:t>NLP techniques</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US" sz="2000" dirty="0">
                <a:latin typeface="Times New Roman" panose="02020603050405020304" pitchFamily="18" charset="0"/>
                <a:cs typeface="Times New Roman" panose="02020603050405020304" pitchFamily="18" charset="0"/>
              </a:rPr>
              <a:t>Data splitting </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US" sz="2000" dirty="0">
                <a:latin typeface="Times New Roman" panose="02020603050405020304" pitchFamily="18" charset="0"/>
                <a:cs typeface="Times New Roman" panose="02020603050405020304" pitchFamily="18" charset="0"/>
              </a:rPr>
              <a:t>Classification</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US" sz="2000" dirty="0">
                <a:latin typeface="Times New Roman" panose="02020603050405020304" pitchFamily="18" charset="0"/>
                <a:cs typeface="Times New Roman" panose="02020603050405020304" pitchFamily="18" charset="0"/>
              </a:rPr>
              <a:t>Evaluate answer</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US" sz="2000" dirty="0">
                <a:latin typeface="Times New Roman" panose="02020603050405020304" pitchFamily="18" charset="0"/>
                <a:cs typeface="Times New Roman" panose="02020603050405020304" pitchFamily="18" charset="0"/>
              </a:rPr>
              <a:t>Performance metrics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2264121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704088"/>
            <a:ext cx="8075240" cy="708688"/>
          </a:xfrm>
        </p:spPr>
        <p:txBody>
          <a:bodyPr>
            <a:normAutofit fontScale="90000"/>
          </a:bodyPr>
          <a:lstStyle/>
          <a:p>
            <a:r>
              <a:rPr lang="en-US" dirty="0" smtClean="0"/>
              <a:t>                  </a:t>
            </a:r>
            <a:r>
              <a:rPr lang="en-US" sz="3600" dirty="0" smtClean="0">
                <a:latin typeface="Times New Roman" pitchFamily="18" charset="0"/>
                <a:cs typeface="Times New Roman" pitchFamily="18" charset="0"/>
              </a:rPr>
              <a:t>FLOW DIAGRAM</a:t>
            </a:r>
            <a:endParaRPr lang="en-US" sz="36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484784"/>
            <a:ext cx="8229600" cy="4839816"/>
          </a:xfrm>
        </p:spPr>
        <p:txBody>
          <a:bodyPr/>
          <a:lstStyle/>
          <a:p>
            <a:pPr marL="0" marR="0" indent="0" algn="ctr">
              <a:spcBef>
                <a:spcPts val="0"/>
              </a:spcBef>
              <a:spcAft>
                <a:spcPts val="0"/>
              </a:spcAft>
              <a:buNone/>
            </a:pPr>
            <a:r>
              <a:rPr lang="en-US" sz="2800" dirty="0" smtClean="0">
                <a:solidFill>
                  <a:srgbClr val="000000"/>
                </a:solidFill>
                <a:latin typeface="Times New Roman"/>
                <a:ea typeface="Times New Roman"/>
              </a:rPr>
              <a:t> </a:t>
            </a:r>
            <a:endParaRPr lang="en-US" sz="2000" dirty="0">
              <a:latin typeface="Times New Roman"/>
              <a:ea typeface="Times New Roman"/>
            </a:endParaRPr>
          </a:p>
          <a:p>
            <a:pPr marL="0" indent="0">
              <a:buNone/>
            </a:pPr>
            <a:r>
              <a:rPr lang="en-US" dirty="0" smtClean="0"/>
              <a:t>                 </a:t>
            </a: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555776" y="1628800"/>
            <a:ext cx="4248472" cy="489654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98067574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576" y="836712"/>
            <a:ext cx="7931224" cy="648072"/>
          </a:xfrm>
        </p:spPr>
        <p:txBody>
          <a:bodyPr>
            <a:normAutofit/>
          </a:bodyPr>
          <a:lstStyle/>
          <a:p>
            <a:r>
              <a:rPr lang="en-US" sz="3600" dirty="0" smtClean="0">
                <a:latin typeface="Times New Roman" pitchFamily="18" charset="0"/>
                <a:cs typeface="Times New Roman" pitchFamily="18" charset="0"/>
              </a:rPr>
              <a:t>                  </a:t>
            </a:r>
            <a:r>
              <a:rPr lang="en-US" sz="3200" dirty="0" smtClean="0">
                <a:latin typeface="Times New Roman" pitchFamily="18" charset="0"/>
                <a:cs typeface="Times New Roman" pitchFamily="18" charset="0"/>
              </a:rPr>
              <a:t>USE CASE DIAGRAM</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457199" y="1700808"/>
            <a:ext cx="8229600" cy="4389120"/>
          </a:xfrm>
        </p:spPr>
        <p:txBody>
          <a:bodyPr/>
          <a:lstStyle/>
          <a:p>
            <a:pPr marL="0" indent="0">
              <a:buNone/>
            </a:pPr>
            <a:r>
              <a:rPr lang="en-US" dirty="0" smtClean="0"/>
              <a:t>         </a:t>
            </a:r>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403648" y="1844824"/>
            <a:ext cx="6264696" cy="44633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83549778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704088"/>
            <a:ext cx="8219256" cy="852704"/>
          </a:xfrm>
        </p:spPr>
        <p:txBody>
          <a:bodyPr/>
          <a:lstStyle/>
          <a:p>
            <a:r>
              <a:rPr lang="en-US" dirty="0" smtClean="0"/>
              <a:t>             </a:t>
            </a:r>
            <a:r>
              <a:rPr lang="en-US" sz="3200" dirty="0" smtClean="0">
                <a:latin typeface="Times New Roman" pitchFamily="18" charset="0"/>
                <a:cs typeface="Times New Roman" pitchFamily="18" charset="0"/>
              </a:rPr>
              <a:t>SEQUENCE DIAGRAM</a:t>
            </a:r>
            <a:endParaRPr lang="en-US" sz="3200" dirty="0">
              <a:latin typeface="Times New Roman" pitchFamily="18" charset="0"/>
              <a:cs typeface="Times New Roman" pitchFamily="18" charset="0"/>
            </a:endParaRPr>
          </a:p>
        </p:txBody>
      </p:sp>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xmlns="" val="0"/>
              </a:ext>
            </a:extLst>
          </a:blip>
          <a:stretch>
            <a:fillRect/>
          </a:stretch>
        </p:blipFill>
        <p:spPr bwMode="auto">
          <a:xfrm>
            <a:off x="1180162" y="1935163"/>
            <a:ext cx="6783675" cy="43894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5562340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704088"/>
            <a:ext cx="8219256" cy="780696"/>
          </a:xfrm>
        </p:spPr>
        <p:txBody>
          <a:bodyPr>
            <a:normAutofit fontScale="90000"/>
          </a:bodyPr>
          <a:lstStyle/>
          <a:p>
            <a:r>
              <a:rPr lang="en-US" dirty="0" smtClean="0"/>
              <a:t>                    </a:t>
            </a:r>
            <a:r>
              <a:rPr lang="en-US" sz="3600" dirty="0" smtClean="0">
                <a:latin typeface="Times New Roman" pitchFamily="18" charset="0"/>
                <a:cs typeface="Times New Roman" pitchFamily="18" charset="0"/>
              </a:rPr>
              <a:t>ER DIAGRAM</a:t>
            </a:r>
            <a:endParaRPr lang="en-US" sz="3600" dirty="0">
              <a:latin typeface="Times New Roman" pitchFamily="18" charset="0"/>
              <a:cs typeface="Times New Roman" pitchFamily="18" charset="0"/>
            </a:endParaRPr>
          </a:p>
        </p:txBody>
      </p:sp>
      <p:pic>
        <p:nvPicPr>
          <p:cNvPr id="4" name="Picture 2"/>
          <p:cNvPicPr>
            <a:picLocks noGrp="1" noChangeAspect="1" noChangeArrowheads="1"/>
          </p:cNvPicPr>
          <p:nvPr>
            <p:ph idx="1"/>
          </p:nvPr>
        </p:nvPicPr>
        <p:blipFill>
          <a:blip r:embed="rId2">
            <a:extLst>
              <a:ext uri="{28A0092B-C50C-407E-A947-70E740481C1C}">
                <a14:useLocalDpi xmlns:a14="http://schemas.microsoft.com/office/drawing/2010/main" xmlns="" val="0"/>
              </a:ext>
            </a:extLst>
          </a:blip>
          <a:srcRect/>
          <a:stretch>
            <a:fillRect/>
          </a:stretch>
        </p:blipFill>
        <p:spPr bwMode="auto">
          <a:xfrm>
            <a:off x="206262" y="1772816"/>
            <a:ext cx="8830234" cy="489654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64895918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924712"/>
          </a:xfrm>
        </p:spPr>
        <p:txBody>
          <a:bodyPr/>
          <a:lstStyle/>
          <a:p>
            <a:r>
              <a:rPr lang="en-US" dirty="0" smtClean="0"/>
              <a:t>                </a:t>
            </a:r>
            <a:r>
              <a:rPr lang="en-US" sz="3200" dirty="0" smtClean="0">
                <a:latin typeface="Times New Roman" pitchFamily="18" charset="0"/>
                <a:cs typeface="Times New Roman" pitchFamily="18" charset="0"/>
              </a:rPr>
              <a:t>CLASS DIAGRAM</a:t>
            </a:r>
            <a:endParaRPr lang="en-US" sz="3200" dirty="0">
              <a:latin typeface="Times New Roman" pitchFamily="18" charset="0"/>
              <a:cs typeface="Times New Roman" pitchFamily="18" charset="0"/>
            </a:endParaRPr>
          </a:p>
        </p:txBody>
      </p:sp>
      <p:pic>
        <p:nvPicPr>
          <p:cNvPr id="9218" name="Picture 2"/>
          <p:cNvPicPr>
            <a:picLocks noGrp="1" noChangeAspect="1" noChangeArrowheads="1"/>
          </p:cNvPicPr>
          <p:nvPr>
            <p:ph idx="1"/>
          </p:nvPr>
        </p:nvPicPr>
        <p:blipFill>
          <a:blip r:embed="rId2">
            <a:extLst>
              <a:ext uri="{28A0092B-C50C-407E-A947-70E740481C1C}">
                <a14:useLocalDpi xmlns:a14="http://schemas.microsoft.com/office/drawing/2010/main" xmlns="" val="0"/>
              </a:ext>
            </a:extLst>
          </a:blip>
          <a:stretch>
            <a:fillRect/>
          </a:stretch>
        </p:blipFill>
        <p:spPr bwMode="auto">
          <a:xfrm>
            <a:off x="1466416" y="2138878"/>
            <a:ext cx="6211167" cy="398200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00483188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5439" y="485724"/>
            <a:ext cx="8229600" cy="1143000"/>
          </a:xfrm>
        </p:spPr>
        <p:txBody>
          <a:bodyPr>
            <a:normAutofit/>
          </a:bodyPr>
          <a:lstStyle/>
          <a:p>
            <a:pPr algn="ctr"/>
            <a:r>
              <a:rPr lang="en-IN" sz="3200" dirty="0" smtClean="0">
                <a:latin typeface="Times New Roman" pitchFamily="18" charset="0"/>
                <a:cs typeface="Times New Roman" pitchFamily="18" charset="0"/>
              </a:rPr>
              <a:t>METHODOLOGY</a:t>
            </a:r>
            <a:endParaRPr lang="en-IN" sz="32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IN" sz="2000" dirty="0" smtClean="0"/>
              <a:t>Automatic</a:t>
            </a:r>
            <a:r>
              <a:rPr lang="en-IN" sz="2000" dirty="0"/>
              <a:t> </a:t>
            </a:r>
            <a:r>
              <a:rPr lang="en-IN" sz="2000" dirty="0" smtClean="0"/>
              <a:t>answer evaluation is implemented by using supervised machine learning algorithms.</a:t>
            </a:r>
          </a:p>
          <a:p>
            <a:pPr algn="just"/>
            <a:r>
              <a:rPr lang="en-IN" sz="2000" dirty="0" smtClean="0"/>
              <a:t>The classification techniques like NLP is a field in machine learning with the ability of a computer to understand human language</a:t>
            </a:r>
            <a:r>
              <a:rPr lang="en-US" sz="2000" dirty="0" smtClean="0"/>
              <a:t> </a:t>
            </a:r>
          </a:p>
          <a:p>
            <a:pPr algn="just"/>
            <a:r>
              <a:rPr lang="en-US" sz="2000" dirty="0" smtClean="0"/>
              <a:t>Artificial </a:t>
            </a:r>
            <a:r>
              <a:rPr lang="en-US" sz="2000" dirty="0"/>
              <a:t>Neural </a:t>
            </a:r>
            <a:r>
              <a:rPr lang="en-US" sz="2000" dirty="0" smtClean="0"/>
              <a:t>Network(ANN)</a:t>
            </a:r>
            <a:r>
              <a:rPr lang="en-IN" sz="2000" dirty="0" smtClean="0"/>
              <a:t> is implemented so that the accuracy is calculated.</a:t>
            </a:r>
          </a:p>
          <a:p>
            <a:pPr algn="just"/>
            <a:r>
              <a:rPr lang="en-IN" sz="2000" dirty="0" smtClean="0"/>
              <a:t>To implement the methods used to evaluate the answer from the extracted text based on length of answers and length of words</a:t>
            </a:r>
            <a:r>
              <a:rPr lang="en-IN" dirty="0" smtClean="0"/>
              <a:t>.</a:t>
            </a:r>
          </a:p>
        </p:txBody>
      </p:sp>
    </p:spTree>
    <p:extLst>
      <p:ext uri="{BB962C8B-B14F-4D97-AF65-F5344CB8AC3E}">
        <p14:creationId xmlns:p14="http://schemas.microsoft.com/office/powerpoint/2010/main" xmlns="" val="337081863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p:cNvSpPr>
            <a:spLocks noGrp="1"/>
          </p:cNvSpPr>
          <p:nvPr>
            <p:ph type="title"/>
          </p:nvPr>
        </p:nvSpPr>
        <p:spPr>
          <a:xfrm>
            <a:off x="532058" y="1"/>
            <a:ext cx="7886700" cy="1325563"/>
          </a:xfrm>
        </p:spPr>
        <p:txBody>
          <a:bodyPr>
            <a:normAutofit/>
          </a:bodyPr>
          <a:lstStyle/>
          <a:p>
            <a:pPr algn="ctr">
              <a:lnSpc>
                <a:spcPct val="150000"/>
              </a:lnSpc>
            </a:pPr>
            <a:r>
              <a:rPr lang="en-US" sz="3200" dirty="0" smtClean="0">
                <a:latin typeface="Times New Roman" pitchFamily="18" charset="0"/>
                <a:cs typeface="Times New Roman" pitchFamily="18" charset="0"/>
              </a:rPr>
              <a:t>SYSTEM REQUIREMENTS</a:t>
            </a:r>
            <a:endParaRPr lang="en-US" sz="3200" dirty="0">
              <a:latin typeface="Times New Roman" pitchFamily="18" charset="0"/>
              <a:cs typeface="Times New Roman" pitchFamily="18" charset="0"/>
            </a:endParaRPr>
          </a:p>
        </p:txBody>
      </p:sp>
      <p:sp>
        <p:nvSpPr>
          <p:cNvPr id="5" name="Content Placeholder 1"/>
          <p:cNvSpPr>
            <a:spLocks noGrp="1"/>
          </p:cNvSpPr>
          <p:nvPr>
            <p:ph idx="1"/>
          </p:nvPr>
        </p:nvSpPr>
        <p:spPr>
          <a:xfrm>
            <a:off x="628650" y="1325564"/>
            <a:ext cx="7886700" cy="5371450"/>
          </a:xfrm>
        </p:spPr>
        <p:txBody>
          <a:bodyPr>
            <a:normAutofit/>
          </a:bodyPr>
          <a:lstStyle/>
          <a:p>
            <a:pPr algn="just">
              <a:lnSpc>
                <a:spcPct val="150000"/>
              </a:lnSpc>
              <a:buNone/>
            </a:pPr>
            <a:r>
              <a:rPr lang="en-US" sz="2000" b="1" dirty="0" smtClean="0">
                <a:solidFill>
                  <a:schemeClr val="tx1"/>
                </a:solidFill>
                <a:latin typeface="Times New Roman" pitchFamily="18" charset="0"/>
                <a:cs typeface="Times New Roman" pitchFamily="18" charset="0"/>
              </a:rPr>
              <a:t>SOFTWARE REQUIREMENTS:</a:t>
            </a:r>
          </a:p>
          <a:p>
            <a:pPr lvl="0" algn="just"/>
            <a:r>
              <a:rPr lang="en-US" sz="2000" dirty="0" smtClean="0">
                <a:latin typeface="Times New Roman" panose="02020603050405020304" pitchFamily="18" charset="0"/>
                <a:cs typeface="Times New Roman" panose="02020603050405020304" pitchFamily="18" charset="0"/>
              </a:rPr>
              <a:t>Operating System </a:t>
            </a:r>
            <a:r>
              <a:rPr lang="en-US" sz="2000" dirty="0">
                <a:latin typeface="Times New Roman" panose="02020603050405020304" pitchFamily="18" charset="0"/>
                <a:cs typeface="Times New Roman" panose="02020603050405020304" pitchFamily="18" charset="0"/>
              </a:rPr>
              <a:t>:  Windows </a:t>
            </a:r>
            <a:endParaRPr lang="en-IN" sz="2000" dirty="0">
              <a:latin typeface="Times New Roman" panose="02020603050405020304" pitchFamily="18" charset="0"/>
              <a:cs typeface="Times New Roman" panose="02020603050405020304" pitchFamily="18" charset="0"/>
            </a:endParaRPr>
          </a:p>
          <a:p>
            <a:pPr lvl="0" algn="just"/>
            <a:r>
              <a:rPr lang="en-US" sz="2000" dirty="0">
                <a:latin typeface="Times New Roman" panose="02020603050405020304" pitchFamily="18" charset="0"/>
                <a:cs typeface="Times New Roman" panose="02020603050405020304" pitchFamily="18" charset="0"/>
              </a:rPr>
              <a:t>Language	</a:t>
            </a:r>
            <a:r>
              <a:rPr lang="en-US" sz="2000" dirty="0" smtClean="0">
                <a:latin typeface="Times New Roman" panose="02020603050405020304" pitchFamily="18" charset="0"/>
                <a:cs typeface="Times New Roman" panose="02020603050405020304" pitchFamily="18" charset="0"/>
              </a:rPr>
              <a:t>     :  </a:t>
            </a:r>
            <a:r>
              <a:rPr lang="en-US" sz="2000" dirty="0">
                <a:latin typeface="Times New Roman" panose="02020603050405020304" pitchFamily="18" charset="0"/>
                <a:cs typeface="Times New Roman" panose="02020603050405020304" pitchFamily="18" charset="0"/>
              </a:rPr>
              <a:t>Python</a:t>
            </a:r>
            <a:endParaRPr lang="en-IN" sz="2000" dirty="0">
              <a:latin typeface="Times New Roman" panose="02020603050405020304" pitchFamily="18" charset="0"/>
              <a:cs typeface="Times New Roman" panose="02020603050405020304" pitchFamily="18" charset="0"/>
            </a:endParaRPr>
          </a:p>
          <a:p>
            <a:pPr lvl="0" algn="just"/>
            <a:r>
              <a:rPr lang="en-US" sz="2000" dirty="0">
                <a:latin typeface="Times New Roman" panose="02020603050405020304" pitchFamily="18" charset="0"/>
                <a:cs typeface="Times New Roman" panose="02020603050405020304" pitchFamily="18" charset="0"/>
              </a:rPr>
              <a:t>Front End         </a:t>
            </a:r>
            <a:r>
              <a:rPr lang="en-US" sz="2000" dirty="0" smtClean="0">
                <a:latin typeface="Times New Roman" panose="02020603050405020304" pitchFamily="18" charset="0"/>
                <a:cs typeface="Times New Roman" panose="02020603050405020304" pitchFamily="18" charset="0"/>
              </a:rPr>
              <a:t>     : </a:t>
            </a:r>
            <a:r>
              <a:rPr lang="en-US" sz="2000" dirty="0">
                <a:latin typeface="Times New Roman" panose="02020603050405020304" pitchFamily="18" charset="0"/>
                <a:cs typeface="Times New Roman" panose="02020603050405020304" pitchFamily="18" charset="0"/>
              </a:rPr>
              <a:t>Anaconda Navigator – </a:t>
            </a:r>
            <a:r>
              <a:rPr lang="en-US" sz="2000" dirty="0" err="1" smtClean="0">
                <a:latin typeface="Times New Roman" panose="02020603050405020304" pitchFamily="18" charset="0"/>
                <a:cs typeface="Times New Roman" panose="02020603050405020304" pitchFamily="18" charset="0"/>
              </a:rPr>
              <a:t>Spyder</a:t>
            </a:r>
            <a:endParaRPr lang="en-US" sz="2000" dirty="0" smtClean="0">
              <a:latin typeface="Times New Roman" panose="02020603050405020304" pitchFamily="18" charset="0"/>
              <a:cs typeface="Times New Roman" panose="02020603050405020304" pitchFamily="18" charset="0"/>
            </a:endParaRPr>
          </a:p>
          <a:p>
            <a:pPr lvl="0" algn="just"/>
            <a:endParaRPr lang="en-IN" sz="2000" dirty="0">
              <a:latin typeface="Times New Roman" panose="02020603050405020304" pitchFamily="18" charset="0"/>
              <a:cs typeface="Times New Roman" panose="02020603050405020304" pitchFamily="18" charset="0"/>
            </a:endParaRPr>
          </a:p>
          <a:p>
            <a:pPr algn="just">
              <a:lnSpc>
                <a:spcPct val="150000"/>
              </a:lnSpc>
              <a:buNone/>
            </a:pPr>
            <a:r>
              <a:rPr lang="en-US" sz="2000" b="1" dirty="0" smtClean="0">
                <a:solidFill>
                  <a:schemeClr val="tx1"/>
                </a:solidFill>
                <a:latin typeface="Times New Roman" pitchFamily="18" charset="0"/>
                <a:cs typeface="Times New Roman" pitchFamily="18" charset="0"/>
              </a:rPr>
              <a:t>HARDWARE  REQUIREMENTS:</a:t>
            </a:r>
          </a:p>
          <a:p>
            <a:pPr lvl="0" algn="just"/>
            <a:r>
              <a:rPr lang="en-US" sz="2000" dirty="0" smtClean="0">
                <a:latin typeface="Times New Roman" panose="02020603050405020304" pitchFamily="18" charset="0"/>
                <a:cs typeface="Times New Roman" panose="02020603050405020304" pitchFamily="18" charset="0"/>
              </a:rPr>
              <a:t>System</a:t>
            </a: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Pentium IV 2.4 GHz </a:t>
            </a:r>
            <a:endParaRPr lang="en-IN" sz="2000" dirty="0">
              <a:latin typeface="Times New Roman" panose="02020603050405020304" pitchFamily="18" charset="0"/>
              <a:cs typeface="Times New Roman" panose="02020603050405020304" pitchFamily="18" charset="0"/>
            </a:endParaRPr>
          </a:p>
          <a:p>
            <a:pPr lvl="0" algn="just"/>
            <a:r>
              <a:rPr lang="en-US" sz="2000" dirty="0">
                <a:latin typeface="Times New Roman" panose="02020603050405020304" pitchFamily="18" charset="0"/>
                <a:cs typeface="Times New Roman" panose="02020603050405020304" pitchFamily="18" charset="0"/>
              </a:rPr>
              <a:t>Hard </a:t>
            </a:r>
            <a:r>
              <a:rPr lang="en-US" sz="2000" dirty="0" smtClean="0">
                <a:latin typeface="Times New Roman" panose="02020603050405020304" pitchFamily="18" charset="0"/>
                <a:cs typeface="Times New Roman" panose="02020603050405020304" pitchFamily="18" charset="0"/>
              </a:rPr>
              <a:t>Disk	:   </a:t>
            </a:r>
            <a:r>
              <a:rPr lang="en-US" sz="2000" dirty="0">
                <a:latin typeface="Times New Roman" panose="02020603050405020304" pitchFamily="18" charset="0"/>
                <a:cs typeface="Times New Roman" panose="02020603050405020304" pitchFamily="18" charset="0"/>
              </a:rPr>
              <a:t>200 GB</a:t>
            </a:r>
            <a:endParaRPr lang="en-IN" sz="2000" dirty="0">
              <a:latin typeface="Times New Roman" panose="02020603050405020304" pitchFamily="18" charset="0"/>
              <a:cs typeface="Times New Roman" panose="02020603050405020304" pitchFamily="18" charset="0"/>
            </a:endParaRPr>
          </a:p>
          <a:p>
            <a:pPr lvl="0" algn="just"/>
            <a:r>
              <a:rPr lang="en-US" sz="2000" dirty="0" smtClean="0">
                <a:latin typeface="Times New Roman" panose="02020603050405020304" pitchFamily="18" charset="0"/>
                <a:cs typeface="Times New Roman" panose="02020603050405020304" pitchFamily="18" charset="0"/>
              </a:rPr>
              <a:t>Mouse	:   </a:t>
            </a:r>
            <a:r>
              <a:rPr lang="en-US" sz="2000" dirty="0">
                <a:latin typeface="Times New Roman" panose="02020603050405020304" pitchFamily="18" charset="0"/>
                <a:cs typeface="Times New Roman" panose="02020603050405020304" pitchFamily="18" charset="0"/>
              </a:rPr>
              <a:t>Logitech.</a:t>
            </a:r>
            <a:endParaRPr lang="en-IN" sz="2000" dirty="0">
              <a:latin typeface="Times New Roman" panose="02020603050405020304" pitchFamily="18" charset="0"/>
              <a:cs typeface="Times New Roman" panose="02020603050405020304" pitchFamily="18" charset="0"/>
            </a:endParaRPr>
          </a:p>
          <a:p>
            <a:pPr lvl="0" algn="just"/>
            <a:r>
              <a:rPr lang="en-US" sz="2000" dirty="0" smtClean="0">
                <a:latin typeface="Times New Roman" panose="02020603050405020304" pitchFamily="18" charset="0"/>
                <a:cs typeface="Times New Roman" panose="02020603050405020304" pitchFamily="18" charset="0"/>
              </a:rPr>
              <a:t>Keyboard	:   </a:t>
            </a:r>
            <a:r>
              <a:rPr lang="en-US" sz="2000" dirty="0">
                <a:latin typeface="Times New Roman" panose="02020603050405020304" pitchFamily="18" charset="0"/>
                <a:cs typeface="Times New Roman" panose="02020603050405020304" pitchFamily="18" charset="0"/>
              </a:rPr>
              <a:t>110 keys enhanced</a:t>
            </a:r>
            <a:endParaRPr lang="en-IN" sz="2000" dirty="0">
              <a:latin typeface="Times New Roman" panose="02020603050405020304" pitchFamily="18" charset="0"/>
              <a:cs typeface="Times New Roman" panose="02020603050405020304" pitchFamily="18" charset="0"/>
            </a:endParaRPr>
          </a:p>
          <a:p>
            <a:pPr lvl="0" algn="just"/>
            <a:r>
              <a:rPr lang="en-US" sz="2000" dirty="0" smtClean="0">
                <a:latin typeface="Times New Roman" panose="02020603050405020304" pitchFamily="18" charset="0"/>
                <a:cs typeface="Times New Roman" panose="02020603050405020304" pitchFamily="18" charset="0"/>
              </a:rPr>
              <a:t>Ram</a:t>
            </a: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	:      </a:t>
            </a:r>
            <a:r>
              <a:rPr lang="en-US" sz="2000" dirty="0">
                <a:latin typeface="Times New Roman" panose="02020603050405020304" pitchFamily="18" charset="0"/>
                <a:cs typeface="Times New Roman" panose="02020603050405020304" pitchFamily="18" charset="0"/>
              </a:rPr>
              <a:t>4GB</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11538460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3081" y="2351692"/>
            <a:ext cx="7886700" cy="1325563"/>
          </a:xfrm>
        </p:spPr>
        <p:txBody>
          <a:bodyPr>
            <a:normAutofit/>
          </a:bodyPr>
          <a:lstStyle/>
          <a:p>
            <a:pPr algn="ctr"/>
            <a:r>
              <a:rPr lang="en-US" sz="3200" dirty="0" smtClean="0">
                <a:latin typeface="Times New Roman" panose="02020603050405020304" pitchFamily="18" charset="0"/>
                <a:cs typeface="Times New Roman" panose="02020603050405020304" pitchFamily="18" charset="0"/>
              </a:rPr>
              <a:t>SYSTEM DESIGN</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52439558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1043189" y="804845"/>
            <a:ext cx="6575017" cy="5442903"/>
            <a:chOff x="1271086" y="429693"/>
            <a:chExt cx="7600617" cy="6022622"/>
          </a:xfrm>
        </p:grpSpPr>
        <p:pic>
          <p:nvPicPr>
            <p:cNvPr id="92" name="Picture 91"/>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481071" y="429694"/>
              <a:ext cx="784947" cy="877186"/>
            </a:xfrm>
            <a:prstGeom prst="rect">
              <a:avLst/>
            </a:prstGeom>
          </p:spPr>
        </p:pic>
        <p:sp>
          <p:nvSpPr>
            <p:cNvPr id="93" name="TextBox 4"/>
            <p:cNvSpPr txBox="1"/>
            <p:nvPr/>
          </p:nvSpPr>
          <p:spPr>
            <a:xfrm>
              <a:off x="1271086" y="1377863"/>
              <a:ext cx="1204916" cy="254997"/>
            </a:xfrm>
            <a:prstGeom prst="rect">
              <a:avLst/>
            </a:prstGeom>
            <a:noFill/>
          </p:spPr>
          <p:txBody>
            <a:bodyPr wrap="square" rtlCol="0">
              <a:noAutofit/>
            </a:bodyPr>
            <a:lstStyle/>
            <a:p>
              <a:pPr algn="ctr">
                <a:spcAft>
                  <a:spcPts val="0"/>
                </a:spcAft>
              </a:pPr>
              <a:r>
                <a:rPr lang="en-US" sz="1200" b="1" i="1" kern="1200" dirty="0">
                  <a:solidFill>
                    <a:srgbClr val="000000"/>
                  </a:solidFill>
                  <a:effectLst/>
                  <a:latin typeface="Times New Roman" panose="02020603050405020304" pitchFamily="18" charset="0"/>
                  <a:ea typeface="Times New Roman" panose="02020603050405020304" pitchFamily="18" charset="0"/>
                </a:rPr>
                <a:t>Dataset </a:t>
              </a:r>
              <a:endParaRPr lang="en-IN" sz="1200" dirty="0">
                <a:effectLst/>
                <a:latin typeface="Times New Roman" panose="02020603050405020304" pitchFamily="18" charset="0"/>
                <a:ea typeface="Times New Roman" panose="02020603050405020304" pitchFamily="18" charset="0"/>
              </a:endParaRPr>
            </a:p>
          </p:txBody>
        </p:sp>
        <p:cxnSp>
          <p:nvCxnSpPr>
            <p:cNvPr id="94" name="Straight Arrow Connector 93"/>
            <p:cNvCxnSpPr/>
            <p:nvPr/>
          </p:nvCxnSpPr>
          <p:spPr>
            <a:xfrm>
              <a:off x="2266018" y="868288"/>
              <a:ext cx="50795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5" name="Rectangle 94"/>
            <p:cNvSpPr/>
            <p:nvPr/>
          </p:nvSpPr>
          <p:spPr>
            <a:xfrm>
              <a:off x="2839728" y="569083"/>
              <a:ext cx="1438375" cy="6198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200" kern="1200" dirty="0">
                  <a:solidFill>
                    <a:srgbClr val="000000"/>
                  </a:solidFill>
                  <a:effectLst/>
                  <a:latin typeface="Times New Roman" panose="02020603050405020304" pitchFamily="18" charset="0"/>
                  <a:ea typeface="Times New Roman" panose="02020603050405020304" pitchFamily="18" charset="0"/>
                </a:rPr>
                <a:t>Input </a:t>
              </a:r>
              <a:r>
                <a:rPr lang="en-US" sz="1200" kern="1200" dirty="0" smtClean="0">
                  <a:solidFill>
                    <a:srgbClr val="000000"/>
                  </a:solidFill>
                  <a:effectLst/>
                  <a:latin typeface="Times New Roman" panose="02020603050405020304" pitchFamily="18" charset="0"/>
                  <a:ea typeface="Times New Roman" panose="02020603050405020304" pitchFamily="18" charset="0"/>
                </a:rPr>
                <a:t>image</a:t>
              </a:r>
              <a:endParaRPr lang="en-IN" sz="1200" dirty="0">
                <a:effectLst/>
                <a:latin typeface="Times New Roman" panose="02020603050405020304" pitchFamily="18" charset="0"/>
                <a:ea typeface="Times New Roman" panose="02020603050405020304" pitchFamily="18" charset="0"/>
              </a:endParaRPr>
            </a:p>
          </p:txBody>
        </p:sp>
        <p:sp>
          <p:nvSpPr>
            <p:cNvPr id="96" name="Rectangle 95"/>
            <p:cNvSpPr/>
            <p:nvPr/>
          </p:nvSpPr>
          <p:spPr>
            <a:xfrm>
              <a:off x="6738935" y="429693"/>
              <a:ext cx="2065359" cy="1256461"/>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endParaRPr lang="en-IN"/>
            </a:p>
          </p:txBody>
        </p:sp>
        <p:sp>
          <p:nvSpPr>
            <p:cNvPr id="97" name="Rectangle 96"/>
            <p:cNvSpPr/>
            <p:nvPr/>
          </p:nvSpPr>
          <p:spPr>
            <a:xfrm>
              <a:off x="4808385" y="591372"/>
              <a:ext cx="1438375" cy="6198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200" kern="1200" dirty="0">
                  <a:solidFill>
                    <a:srgbClr val="000000"/>
                  </a:solidFill>
                  <a:effectLst/>
                  <a:latin typeface="Times New Roman" panose="02020603050405020304" pitchFamily="18" charset="0"/>
                  <a:ea typeface="Times New Roman" panose="02020603050405020304" pitchFamily="18" charset="0"/>
                </a:rPr>
                <a:t>Preprocessing </a:t>
              </a:r>
              <a:endParaRPr lang="en-IN" sz="1200" dirty="0">
                <a:effectLst/>
                <a:latin typeface="Times New Roman" panose="02020603050405020304" pitchFamily="18" charset="0"/>
                <a:ea typeface="Times New Roman" panose="02020603050405020304" pitchFamily="18" charset="0"/>
              </a:endParaRPr>
            </a:p>
          </p:txBody>
        </p:sp>
        <p:cxnSp>
          <p:nvCxnSpPr>
            <p:cNvPr id="98" name="Straight Arrow Connector 97"/>
            <p:cNvCxnSpPr/>
            <p:nvPr/>
          </p:nvCxnSpPr>
          <p:spPr>
            <a:xfrm>
              <a:off x="4278104" y="868288"/>
              <a:ext cx="50795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9" name="Rectangle 98"/>
            <p:cNvSpPr/>
            <p:nvPr/>
          </p:nvSpPr>
          <p:spPr>
            <a:xfrm>
              <a:off x="6813922" y="506573"/>
              <a:ext cx="1915383" cy="50091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200" b="1" i="1" kern="1200" dirty="0" smtClean="0">
                  <a:solidFill>
                    <a:srgbClr val="000000"/>
                  </a:solidFill>
                  <a:effectLst/>
                  <a:latin typeface="Times New Roman" panose="02020603050405020304" pitchFamily="18" charset="0"/>
                  <a:ea typeface="Times New Roman" panose="02020603050405020304" pitchFamily="18" charset="0"/>
                </a:rPr>
                <a:t>Image Resize</a:t>
              </a:r>
              <a:endParaRPr lang="en-IN" sz="1200" b="1" dirty="0">
                <a:effectLst/>
                <a:latin typeface="Times New Roman" panose="02020603050405020304" pitchFamily="18" charset="0"/>
                <a:ea typeface="Times New Roman" panose="02020603050405020304" pitchFamily="18" charset="0"/>
              </a:endParaRPr>
            </a:p>
          </p:txBody>
        </p:sp>
        <p:sp>
          <p:nvSpPr>
            <p:cNvPr id="100" name="Rectangle 99"/>
            <p:cNvSpPr/>
            <p:nvPr/>
          </p:nvSpPr>
          <p:spPr>
            <a:xfrm>
              <a:off x="6813923" y="1121379"/>
              <a:ext cx="1915383" cy="50091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200" b="1" i="1" kern="1200" dirty="0" smtClean="0">
                  <a:solidFill>
                    <a:srgbClr val="000000"/>
                  </a:solidFill>
                  <a:effectLst/>
                  <a:latin typeface="Times New Roman" panose="02020603050405020304" pitchFamily="18" charset="0"/>
                  <a:ea typeface="Times New Roman" panose="02020603050405020304" pitchFamily="18" charset="0"/>
                </a:rPr>
                <a:t>Gray scale conversion</a:t>
              </a:r>
              <a:endParaRPr lang="en-IN" sz="1200" b="1" dirty="0">
                <a:effectLst/>
                <a:latin typeface="Times New Roman" panose="02020603050405020304" pitchFamily="18" charset="0"/>
                <a:ea typeface="Times New Roman" panose="02020603050405020304" pitchFamily="18" charset="0"/>
              </a:endParaRPr>
            </a:p>
          </p:txBody>
        </p:sp>
        <p:cxnSp>
          <p:nvCxnSpPr>
            <p:cNvPr id="102" name="Straight Arrow Connector 101"/>
            <p:cNvCxnSpPr/>
            <p:nvPr/>
          </p:nvCxnSpPr>
          <p:spPr>
            <a:xfrm>
              <a:off x="6246760" y="901310"/>
              <a:ext cx="50795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p:cNvCxnSpPr/>
            <p:nvPr/>
          </p:nvCxnSpPr>
          <p:spPr>
            <a:xfrm>
              <a:off x="5527573" y="1211248"/>
              <a:ext cx="0" cy="46741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 name="Rectangle 103"/>
            <p:cNvSpPr/>
            <p:nvPr/>
          </p:nvSpPr>
          <p:spPr>
            <a:xfrm>
              <a:off x="4786055" y="1678668"/>
              <a:ext cx="1438375" cy="6198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200" kern="1200" dirty="0" smtClean="0">
                  <a:solidFill>
                    <a:srgbClr val="000000"/>
                  </a:solidFill>
                  <a:effectLst/>
                  <a:latin typeface="Times New Roman" panose="02020603050405020304" pitchFamily="18" charset="0"/>
                  <a:ea typeface="Times New Roman" panose="02020603050405020304" pitchFamily="18" charset="0"/>
                </a:rPr>
                <a:t>Feature Extraction</a:t>
              </a:r>
              <a:endParaRPr lang="en-IN" sz="1200" dirty="0">
                <a:effectLst/>
                <a:latin typeface="Times New Roman" panose="02020603050405020304" pitchFamily="18" charset="0"/>
                <a:ea typeface="Times New Roman" panose="02020603050405020304" pitchFamily="18" charset="0"/>
              </a:endParaRPr>
            </a:p>
          </p:txBody>
        </p:sp>
        <p:cxnSp>
          <p:nvCxnSpPr>
            <p:cNvPr id="105" name="Straight Arrow Connector 104"/>
            <p:cNvCxnSpPr/>
            <p:nvPr/>
          </p:nvCxnSpPr>
          <p:spPr>
            <a:xfrm flipH="1">
              <a:off x="4384458" y="1988605"/>
              <a:ext cx="40159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105"/>
            <p:cNvCxnSpPr/>
            <p:nvPr/>
          </p:nvCxnSpPr>
          <p:spPr>
            <a:xfrm>
              <a:off x="5494789" y="2298544"/>
              <a:ext cx="0" cy="46741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7" name="Rectangle 106"/>
            <p:cNvSpPr/>
            <p:nvPr/>
          </p:nvSpPr>
          <p:spPr>
            <a:xfrm>
              <a:off x="4808385" y="2798984"/>
              <a:ext cx="1438375" cy="6198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200" dirty="0" smtClean="0">
                  <a:solidFill>
                    <a:schemeClr val="tx1"/>
                  </a:solidFill>
                  <a:effectLst/>
                  <a:latin typeface="Times New Roman" panose="02020603050405020304" pitchFamily="18" charset="0"/>
                  <a:ea typeface="Times New Roman" panose="02020603050405020304" pitchFamily="18" charset="0"/>
                </a:rPr>
                <a:t>Text Recognition</a:t>
              </a:r>
              <a:endParaRPr lang="en-IN" sz="1200" dirty="0">
                <a:solidFill>
                  <a:schemeClr val="tx1"/>
                </a:solidFill>
                <a:effectLst/>
                <a:latin typeface="Times New Roman" panose="02020603050405020304" pitchFamily="18" charset="0"/>
                <a:ea typeface="Times New Roman" panose="02020603050405020304" pitchFamily="18" charset="0"/>
              </a:endParaRPr>
            </a:p>
          </p:txBody>
        </p:sp>
        <p:cxnSp>
          <p:nvCxnSpPr>
            <p:cNvPr id="108" name="Straight Arrow Connector 107"/>
            <p:cNvCxnSpPr/>
            <p:nvPr/>
          </p:nvCxnSpPr>
          <p:spPr>
            <a:xfrm>
              <a:off x="6246760" y="3105502"/>
              <a:ext cx="708734" cy="341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09" name="Group 108"/>
            <p:cNvGrpSpPr/>
            <p:nvPr/>
          </p:nvGrpSpPr>
          <p:grpSpPr>
            <a:xfrm>
              <a:off x="2753522" y="3669734"/>
              <a:ext cx="1544729" cy="1277676"/>
              <a:chOff x="1326156" y="3698978"/>
              <a:chExt cx="1714855" cy="1269242"/>
            </a:xfrm>
          </p:grpSpPr>
          <p:sp>
            <p:nvSpPr>
              <p:cNvPr id="127" name="Rectangle 126"/>
              <p:cNvSpPr/>
              <p:nvPr/>
            </p:nvSpPr>
            <p:spPr>
              <a:xfrm>
                <a:off x="1326156" y="3698978"/>
                <a:ext cx="1714855" cy="1269242"/>
              </a:xfrm>
              <a:prstGeom prst="rect">
                <a:avLst/>
              </a:prstGeom>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endParaRPr lang="en-IN"/>
              </a:p>
            </p:txBody>
          </p:sp>
          <p:sp>
            <p:nvSpPr>
              <p:cNvPr id="128" name="Rectangle 127"/>
              <p:cNvSpPr/>
              <p:nvPr/>
            </p:nvSpPr>
            <p:spPr>
              <a:xfrm>
                <a:off x="1478556" y="3824394"/>
                <a:ext cx="1364776" cy="40941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200" b="1" i="1" kern="1200" dirty="0" smtClean="0">
                    <a:solidFill>
                      <a:srgbClr val="000000"/>
                    </a:solidFill>
                    <a:effectLst/>
                    <a:latin typeface="Times New Roman" panose="02020603050405020304" pitchFamily="18" charset="0"/>
                    <a:ea typeface="Times New Roman" panose="02020603050405020304" pitchFamily="18" charset="0"/>
                  </a:rPr>
                  <a:t>Length of words</a:t>
                </a:r>
                <a:endParaRPr lang="en-IN" sz="1200" b="1" dirty="0">
                  <a:effectLst/>
                  <a:latin typeface="Times New Roman" panose="02020603050405020304" pitchFamily="18" charset="0"/>
                  <a:ea typeface="Times New Roman" panose="02020603050405020304" pitchFamily="18" charset="0"/>
                </a:endParaRPr>
              </a:p>
            </p:txBody>
          </p:sp>
          <p:sp>
            <p:nvSpPr>
              <p:cNvPr id="129" name="Rectangle 128"/>
              <p:cNvSpPr/>
              <p:nvPr/>
            </p:nvSpPr>
            <p:spPr>
              <a:xfrm>
                <a:off x="1478556" y="4396307"/>
                <a:ext cx="1364776" cy="40941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200" b="1" i="1" kern="1200" dirty="0" smtClean="0">
                    <a:solidFill>
                      <a:srgbClr val="000000"/>
                    </a:solidFill>
                    <a:effectLst/>
                    <a:latin typeface="Times New Roman" panose="02020603050405020304" pitchFamily="18" charset="0"/>
                    <a:ea typeface="Times New Roman" panose="02020603050405020304" pitchFamily="18" charset="0"/>
                  </a:rPr>
                  <a:t>Length of letters</a:t>
                </a:r>
                <a:endParaRPr lang="en-IN" sz="1200" b="1" dirty="0">
                  <a:effectLst/>
                  <a:latin typeface="Times New Roman" panose="02020603050405020304" pitchFamily="18" charset="0"/>
                  <a:ea typeface="Times New Roman" panose="02020603050405020304" pitchFamily="18" charset="0"/>
                </a:endParaRPr>
              </a:p>
            </p:txBody>
          </p:sp>
        </p:grpSp>
        <p:cxnSp>
          <p:nvCxnSpPr>
            <p:cNvPr id="110" name="Straight Arrow Connector 109"/>
            <p:cNvCxnSpPr/>
            <p:nvPr/>
          </p:nvCxnSpPr>
          <p:spPr>
            <a:xfrm>
              <a:off x="5494789" y="3418860"/>
              <a:ext cx="0" cy="46741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1" name="Rectangle 110"/>
            <p:cNvSpPr/>
            <p:nvPr/>
          </p:nvSpPr>
          <p:spPr>
            <a:xfrm>
              <a:off x="4808385" y="3914764"/>
              <a:ext cx="1438375" cy="6198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200" kern="1200" dirty="0" smtClean="0">
                  <a:solidFill>
                    <a:srgbClr val="000000"/>
                  </a:solidFill>
                  <a:effectLst/>
                  <a:latin typeface="Times New Roman" panose="02020603050405020304" pitchFamily="18" charset="0"/>
                  <a:ea typeface="Times New Roman" panose="02020603050405020304" pitchFamily="18" charset="0"/>
                </a:rPr>
                <a:t>Calculate length</a:t>
              </a:r>
              <a:endParaRPr lang="en-IN" sz="1200" dirty="0">
                <a:effectLst/>
                <a:latin typeface="Times New Roman" panose="02020603050405020304" pitchFamily="18" charset="0"/>
                <a:ea typeface="Times New Roman" panose="02020603050405020304" pitchFamily="18" charset="0"/>
              </a:endParaRPr>
            </a:p>
          </p:txBody>
        </p:sp>
        <p:cxnSp>
          <p:nvCxnSpPr>
            <p:cNvPr id="112" name="Straight Arrow Connector 111"/>
            <p:cNvCxnSpPr/>
            <p:nvPr/>
          </p:nvCxnSpPr>
          <p:spPr>
            <a:xfrm flipH="1">
              <a:off x="4362015" y="4224703"/>
              <a:ext cx="40159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3" name="Rectangle 112"/>
            <p:cNvSpPr/>
            <p:nvPr/>
          </p:nvSpPr>
          <p:spPr>
            <a:xfrm>
              <a:off x="4808385" y="4974252"/>
              <a:ext cx="1438375" cy="6198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200" kern="1200">
                  <a:solidFill>
                    <a:srgbClr val="000000"/>
                  </a:solidFill>
                  <a:effectLst/>
                  <a:latin typeface="Times New Roman" panose="02020603050405020304" pitchFamily="18" charset="0"/>
                  <a:ea typeface="Times New Roman" panose="02020603050405020304" pitchFamily="18" charset="0"/>
                </a:rPr>
                <a:t>Classification</a:t>
              </a:r>
              <a:endParaRPr lang="en-IN" sz="1200">
                <a:effectLst/>
                <a:latin typeface="Times New Roman" panose="02020603050405020304" pitchFamily="18" charset="0"/>
                <a:ea typeface="Times New Roman" panose="02020603050405020304" pitchFamily="18" charset="0"/>
              </a:endParaRPr>
            </a:p>
          </p:txBody>
        </p:sp>
        <p:cxnSp>
          <p:nvCxnSpPr>
            <p:cNvPr id="114" name="Straight Arrow Connector 113"/>
            <p:cNvCxnSpPr/>
            <p:nvPr/>
          </p:nvCxnSpPr>
          <p:spPr>
            <a:xfrm>
              <a:off x="5494789" y="4500569"/>
              <a:ext cx="0" cy="46741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5" name="Rectangle 114"/>
            <p:cNvSpPr/>
            <p:nvPr/>
          </p:nvSpPr>
          <p:spPr>
            <a:xfrm>
              <a:off x="6797818" y="4637823"/>
              <a:ext cx="1544729" cy="1185312"/>
            </a:xfrm>
            <a:prstGeom prst="rect">
              <a:avLst/>
            </a:prstGeom>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endParaRPr lang="en-IN"/>
            </a:p>
          </p:txBody>
        </p:sp>
        <p:cxnSp>
          <p:nvCxnSpPr>
            <p:cNvPr id="116" name="Straight Arrow Connector 115"/>
            <p:cNvCxnSpPr/>
            <p:nvPr/>
          </p:nvCxnSpPr>
          <p:spPr>
            <a:xfrm>
              <a:off x="6271223" y="5309693"/>
              <a:ext cx="552997" cy="341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7" name="Rectangle 116"/>
            <p:cNvSpPr/>
            <p:nvPr/>
          </p:nvSpPr>
          <p:spPr>
            <a:xfrm>
              <a:off x="6955493" y="5268762"/>
              <a:ext cx="1216264" cy="41213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200" b="1" i="1" kern="1200">
                  <a:solidFill>
                    <a:srgbClr val="000000"/>
                  </a:solidFill>
                  <a:effectLst/>
                  <a:latin typeface="Times New Roman" panose="02020603050405020304" pitchFamily="18" charset="0"/>
                  <a:ea typeface="Times New Roman" panose="02020603050405020304" pitchFamily="18" charset="0"/>
                </a:rPr>
                <a:t>Accuracy</a:t>
              </a:r>
              <a:endParaRPr lang="en-IN" sz="1200">
                <a:effectLst/>
                <a:latin typeface="Times New Roman" panose="02020603050405020304" pitchFamily="18" charset="0"/>
                <a:ea typeface="Times New Roman" panose="02020603050405020304" pitchFamily="18" charset="0"/>
              </a:endParaRPr>
            </a:p>
          </p:txBody>
        </p:sp>
        <p:sp>
          <p:nvSpPr>
            <p:cNvPr id="118" name="Rectangle 117"/>
            <p:cNvSpPr/>
            <p:nvPr/>
          </p:nvSpPr>
          <p:spPr>
            <a:xfrm>
              <a:off x="6942376" y="4742158"/>
              <a:ext cx="1229381" cy="41213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200" b="1" i="1" kern="1200" dirty="0" smtClean="0">
                  <a:solidFill>
                    <a:srgbClr val="000000"/>
                  </a:solidFill>
                  <a:effectLst/>
                  <a:latin typeface="Times New Roman" panose="02020603050405020304" pitchFamily="18" charset="0"/>
                  <a:ea typeface="Times New Roman" panose="02020603050405020304" pitchFamily="18" charset="0"/>
                </a:rPr>
                <a:t>ANN</a:t>
              </a:r>
              <a:endParaRPr lang="en-IN" sz="1200" b="1" dirty="0">
                <a:effectLst/>
                <a:latin typeface="Times New Roman" panose="02020603050405020304" pitchFamily="18" charset="0"/>
                <a:ea typeface="Times New Roman" panose="02020603050405020304" pitchFamily="18" charset="0"/>
              </a:endParaRPr>
            </a:p>
          </p:txBody>
        </p:sp>
        <p:pic>
          <p:nvPicPr>
            <p:cNvPr id="119" name="Picture 118"/>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6955493" y="5937600"/>
              <a:ext cx="913823" cy="474152"/>
            </a:xfrm>
            <a:prstGeom prst="rect">
              <a:avLst/>
            </a:prstGeom>
          </p:spPr>
        </p:pic>
        <p:cxnSp>
          <p:nvCxnSpPr>
            <p:cNvPr id="120" name="Straight Arrow Connector 119"/>
            <p:cNvCxnSpPr/>
            <p:nvPr/>
          </p:nvCxnSpPr>
          <p:spPr>
            <a:xfrm flipV="1">
              <a:off x="6331073" y="6174676"/>
              <a:ext cx="540107" cy="1811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1" name="Rectangle 120"/>
            <p:cNvSpPr/>
            <p:nvPr/>
          </p:nvSpPr>
          <p:spPr>
            <a:xfrm>
              <a:off x="2773969" y="1686154"/>
              <a:ext cx="1544729" cy="766022"/>
            </a:xfrm>
            <a:prstGeom prst="rect">
              <a:avLst/>
            </a:prstGeom>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endParaRPr lang="en-IN"/>
            </a:p>
          </p:txBody>
        </p:sp>
        <p:sp>
          <p:nvSpPr>
            <p:cNvPr id="122" name="Rectangle 121"/>
            <p:cNvSpPr/>
            <p:nvPr/>
          </p:nvSpPr>
          <p:spPr>
            <a:xfrm>
              <a:off x="2911195" y="1805684"/>
              <a:ext cx="1229381" cy="49286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200" b="1" i="1" kern="1200" dirty="0" smtClean="0">
                  <a:solidFill>
                    <a:srgbClr val="000000"/>
                  </a:solidFill>
                  <a:effectLst/>
                  <a:latin typeface="Times New Roman" panose="02020603050405020304" pitchFamily="18" charset="0"/>
                  <a:ea typeface="Times New Roman" panose="02020603050405020304" pitchFamily="18" charset="0"/>
                </a:rPr>
                <a:t>Mean Standard Deviation</a:t>
              </a:r>
              <a:endParaRPr lang="en-IN" sz="1200" b="1" dirty="0">
                <a:effectLst/>
                <a:latin typeface="Times New Roman" panose="02020603050405020304" pitchFamily="18" charset="0"/>
                <a:ea typeface="Times New Roman" panose="02020603050405020304" pitchFamily="18" charset="0"/>
              </a:endParaRPr>
            </a:p>
          </p:txBody>
        </p:sp>
        <p:grpSp>
          <p:nvGrpSpPr>
            <p:cNvPr id="124" name="Group 123"/>
            <p:cNvGrpSpPr/>
            <p:nvPr/>
          </p:nvGrpSpPr>
          <p:grpSpPr>
            <a:xfrm>
              <a:off x="6955494" y="2765963"/>
              <a:ext cx="1916209" cy="692164"/>
              <a:chOff x="5705477" y="2773444"/>
              <a:chExt cx="1714855" cy="687594"/>
            </a:xfrm>
          </p:grpSpPr>
          <p:sp>
            <p:nvSpPr>
              <p:cNvPr id="125" name="Rectangle 124"/>
              <p:cNvSpPr/>
              <p:nvPr/>
            </p:nvSpPr>
            <p:spPr>
              <a:xfrm>
                <a:off x="5705477" y="2773444"/>
                <a:ext cx="1714855" cy="687594"/>
              </a:xfrm>
              <a:prstGeom prst="rect">
                <a:avLst/>
              </a:prstGeom>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endParaRPr lang="en-IN"/>
              </a:p>
            </p:txBody>
          </p:sp>
          <p:sp>
            <p:nvSpPr>
              <p:cNvPr id="126" name="Rectangle 125"/>
              <p:cNvSpPr/>
              <p:nvPr/>
            </p:nvSpPr>
            <p:spPr>
              <a:xfrm>
                <a:off x="5860618" y="2912531"/>
                <a:ext cx="1432280" cy="40941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200" b="1" i="1" dirty="0" smtClean="0">
                    <a:solidFill>
                      <a:srgbClr val="000000"/>
                    </a:solidFill>
                    <a:latin typeface="Times New Roman" panose="02020603050405020304" pitchFamily="18" charset="0"/>
                    <a:ea typeface="Times New Roman" panose="02020603050405020304" pitchFamily="18" charset="0"/>
                  </a:rPr>
                  <a:t>Pytesseract</a:t>
                </a:r>
                <a:endParaRPr lang="en-IN" sz="1200" b="1" dirty="0">
                  <a:effectLst/>
                  <a:latin typeface="Times New Roman" panose="02020603050405020304" pitchFamily="18" charset="0"/>
                  <a:ea typeface="Times New Roman" panose="02020603050405020304" pitchFamily="18" charset="0"/>
                </a:endParaRPr>
              </a:p>
            </p:txBody>
          </p:sp>
        </p:grpSp>
        <p:sp>
          <p:nvSpPr>
            <p:cNvPr id="44" name="Rectangle 43"/>
            <p:cNvSpPr/>
            <p:nvPr/>
          </p:nvSpPr>
          <p:spPr>
            <a:xfrm>
              <a:off x="4808385" y="5832439"/>
              <a:ext cx="1438375" cy="6198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200" kern="1200" dirty="0" smtClean="0">
                  <a:solidFill>
                    <a:srgbClr val="000000"/>
                  </a:solidFill>
                  <a:effectLst/>
                  <a:latin typeface="Times New Roman" panose="02020603050405020304" pitchFamily="18" charset="0"/>
                  <a:ea typeface="Times New Roman" panose="02020603050405020304" pitchFamily="18" charset="0"/>
                </a:rPr>
                <a:t>Answer Evaluation </a:t>
              </a:r>
              <a:endParaRPr lang="en-IN" sz="1200" dirty="0">
                <a:effectLst/>
                <a:latin typeface="Times New Roman" panose="02020603050405020304" pitchFamily="18" charset="0"/>
                <a:ea typeface="Times New Roman" panose="02020603050405020304" pitchFamily="18" charset="0"/>
              </a:endParaRPr>
            </a:p>
          </p:txBody>
        </p:sp>
        <p:cxnSp>
          <p:nvCxnSpPr>
            <p:cNvPr id="45" name="Straight Arrow Connector 44"/>
            <p:cNvCxnSpPr>
              <a:stCxn id="113" idx="2"/>
            </p:cNvCxnSpPr>
            <p:nvPr/>
          </p:nvCxnSpPr>
          <p:spPr>
            <a:xfrm flipH="1">
              <a:off x="5527572" y="5594128"/>
              <a:ext cx="1" cy="23831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xmlns="" val="306360855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dirty="0" smtClean="0">
                <a:latin typeface="Times New Roman" panose="02020603050405020304" pitchFamily="18" charset="0"/>
                <a:cs typeface="Times New Roman" panose="02020603050405020304" pitchFamily="18" charset="0"/>
              </a:rPr>
              <a:t>INPUT</a:t>
            </a:r>
            <a:endParaRPr lang="en-IN" sz="3200" dirty="0">
              <a:latin typeface="Times New Roman" panose="02020603050405020304" pitchFamily="18" charset="0"/>
              <a:cs typeface="Times New Roman" panose="02020603050405020304" pitchFamily="18" charset="0"/>
            </a:endParaRPr>
          </a:p>
        </p:txBody>
      </p:sp>
      <p:pic>
        <p:nvPicPr>
          <p:cNvPr id="6" name="Picture 5"/>
          <p:cNvPicPr/>
          <p:nvPr/>
        </p:nvPicPr>
        <p:blipFill>
          <a:blip r:embed="rId2"/>
          <a:stretch>
            <a:fillRect/>
          </a:stretch>
        </p:blipFill>
        <p:spPr>
          <a:xfrm>
            <a:off x="1907704" y="2447924"/>
            <a:ext cx="5400600" cy="3285331"/>
          </a:xfrm>
          <a:prstGeom prst="rect">
            <a:avLst/>
          </a:prstGeom>
        </p:spPr>
      </p:pic>
    </p:spTree>
    <p:extLst>
      <p:ext uri="{BB962C8B-B14F-4D97-AF65-F5344CB8AC3E}">
        <p14:creationId xmlns:p14="http://schemas.microsoft.com/office/powerpoint/2010/main" xmlns="" val="10539183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404664"/>
            <a:ext cx="7886700" cy="1325563"/>
          </a:xfrm>
        </p:spPr>
        <p:txBody>
          <a:bodyPr>
            <a:normAutofit/>
          </a:bodyPr>
          <a:lstStyle/>
          <a:p>
            <a:pPr algn="ctr"/>
            <a:r>
              <a:rPr lang="en-US" sz="3200" dirty="0" smtClean="0">
                <a:latin typeface="Times New Roman" panose="02020603050405020304" pitchFamily="18" charset="0"/>
                <a:cs typeface="Times New Roman" panose="02020603050405020304" pitchFamily="18" charset="0"/>
              </a:rPr>
              <a:t>PREPROCESSING</a:t>
            </a:r>
            <a:endParaRPr lang="en-IN" sz="3200" dirty="0">
              <a:latin typeface="Times New Roman" panose="02020603050405020304" pitchFamily="18" charset="0"/>
              <a:cs typeface="Times New Roman" panose="02020603050405020304" pitchFamily="18" charset="0"/>
            </a:endParaRPr>
          </a:p>
        </p:txBody>
      </p:sp>
      <p:pic>
        <p:nvPicPr>
          <p:cNvPr id="5" name="Picture 4"/>
          <p:cNvPicPr/>
          <p:nvPr/>
        </p:nvPicPr>
        <p:blipFill>
          <a:blip r:embed="rId2"/>
          <a:stretch>
            <a:fillRect/>
          </a:stretch>
        </p:blipFill>
        <p:spPr>
          <a:xfrm>
            <a:off x="539552" y="2250808"/>
            <a:ext cx="3600400" cy="3400425"/>
          </a:xfrm>
          <a:prstGeom prst="rect">
            <a:avLst/>
          </a:prstGeom>
        </p:spPr>
      </p:pic>
      <p:pic>
        <p:nvPicPr>
          <p:cNvPr id="7" name="Picture 6"/>
          <p:cNvPicPr/>
          <p:nvPr/>
        </p:nvPicPr>
        <p:blipFill>
          <a:blip r:embed="rId3"/>
          <a:stretch>
            <a:fillRect/>
          </a:stretch>
        </p:blipFill>
        <p:spPr>
          <a:xfrm>
            <a:off x="4716016" y="2250808"/>
            <a:ext cx="4032448" cy="3267075"/>
          </a:xfrm>
          <a:prstGeom prst="rect">
            <a:avLst/>
          </a:prstGeom>
        </p:spPr>
      </p:pic>
    </p:spTree>
    <p:extLst>
      <p:ext uri="{BB962C8B-B14F-4D97-AF65-F5344CB8AC3E}">
        <p14:creationId xmlns:p14="http://schemas.microsoft.com/office/powerpoint/2010/main" xmlns="" val="229384742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dirty="0">
                <a:latin typeface="Times New Roman" panose="02020603050405020304" pitchFamily="18" charset="0"/>
                <a:cs typeface="Times New Roman" panose="02020603050405020304" pitchFamily="18" charset="0"/>
              </a:rPr>
              <a:t>FEATURE EXTRACTION</a:t>
            </a:r>
            <a:endParaRPr lang="en-IN" sz="3200" dirty="0">
              <a:latin typeface="Times New Roman" panose="02020603050405020304" pitchFamily="18" charset="0"/>
              <a:cs typeface="Times New Roman" panose="02020603050405020304" pitchFamily="18" charset="0"/>
            </a:endParaRPr>
          </a:p>
        </p:txBody>
      </p:sp>
      <p:pic>
        <p:nvPicPr>
          <p:cNvPr id="8" name="Picture 7"/>
          <p:cNvPicPr/>
          <p:nvPr/>
        </p:nvPicPr>
        <p:blipFill>
          <a:blip r:embed="rId2"/>
          <a:stretch>
            <a:fillRect/>
          </a:stretch>
        </p:blipFill>
        <p:spPr>
          <a:xfrm>
            <a:off x="1619672" y="2420888"/>
            <a:ext cx="5976664" cy="3240359"/>
          </a:xfrm>
          <a:prstGeom prst="rect">
            <a:avLst/>
          </a:prstGeom>
        </p:spPr>
      </p:pic>
    </p:spTree>
    <p:extLst>
      <p:ext uri="{BB962C8B-B14F-4D97-AF65-F5344CB8AC3E}">
        <p14:creationId xmlns:p14="http://schemas.microsoft.com/office/powerpoint/2010/main" xmlns="" val="6091407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dirty="0">
                <a:latin typeface="Times New Roman" panose="02020603050405020304" pitchFamily="18" charset="0"/>
                <a:cs typeface="Times New Roman" panose="02020603050405020304" pitchFamily="18" charset="0"/>
              </a:rPr>
              <a:t>TEXT RECOGNITION</a:t>
            </a:r>
            <a:endParaRPr lang="en-IN" sz="3200" dirty="0">
              <a:latin typeface="Times New Roman" panose="02020603050405020304" pitchFamily="18" charset="0"/>
              <a:cs typeface="Times New Roman" panose="02020603050405020304" pitchFamily="18" charset="0"/>
            </a:endParaRPr>
          </a:p>
        </p:txBody>
      </p:sp>
      <p:pic>
        <p:nvPicPr>
          <p:cNvPr id="6" name="Picture 5"/>
          <p:cNvPicPr/>
          <p:nvPr/>
        </p:nvPicPr>
        <p:blipFill>
          <a:blip r:embed="rId2"/>
          <a:stretch>
            <a:fillRect/>
          </a:stretch>
        </p:blipFill>
        <p:spPr>
          <a:xfrm>
            <a:off x="1835696" y="2636912"/>
            <a:ext cx="5112567" cy="2949674"/>
          </a:xfrm>
          <a:prstGeom prst="rect">
            <a:avLst/>
          </a:prstGeom>
        </p:spPr>
      </p:pic>
    </p:spTree>
    <p:extLst>
      <p:ext uri="{BB962C8B-B14F-4D97-AF65-F5344CB8AC3E}">
        <p14:creationId xmlns:p14="http://schemas.microsoft.com/office/powerpoint/2010/main" xmlns="" val="31020547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704088"/>
            <a:ext cx="8219256" cy="852704"/>
          </a:xfrm>
        </p:spPr>
        <p:txBody>
          <a:bodyPr>
            <a:normAutofit/>
          </a:bodyPr>
          <a:lstStyle/>
          <a:p>
            <a:pPr algn="ctr"/>
            <a:r>
              <a:rPr lang="en-US" sz="3200" dirty="0" smtClean="0">
                <a:latin typeface="Times New Roman" panose="02020603050405020304" pitchFamily="18" charset="0"/>
                <a:cs typeface="Times New Roman" panose="02020603050405020304" pitchFamily="18" charset="0"/>
              </a:rPr>
              <a:t>CLASSIFICATION</a:t>
            </a:r>
            <a:endParaRPr lang="en-IN" sz="3200" dirty="0">
              <a:latin typeface="Times New Roman" panose="02020603050405020304" pitchFamily="18" charset="0"/>
              <a:cs typeface="Times New Roman" panose="02020603050405020304" pitchFamily="18" charset="0"/>
            </a:endParaRPr>
          </a:p>
        </p:txBody>
      </p:sp>
      <p:pic>
        <p:nvPicPr>
          <p:cNvPr id="5" name="Picture 4"/>
          <p:cNvPicPr/>
          <p:nvPr/>
        </p:nvPicPr>
        <p:blipFill>
          <a:blip r:embed="rId2"/>
          <a:stretch>
            <a:fillRect/>
          </a:stretch>
        </p:blipFill>
        <p:spPr>
          <a:xfrm>
            <a:off x="1835696" y="1812926"/>
            <a:ext cx="5472608" cy="3920330"/>
          </a:xfrm>
          <a:prstGeom prst="rect">
            <a:avLst/>
          </a:prstGeom>
        </p:spPr>
      </p:pic>
    </p:spTree>
    <p:extLst>
      <p:ext uri="{BB962C8B-B14F-4D97-AF65-F5344CB8AC3E}">
        <p14:creationId xmlns:p14="http://schemas.microsoft.com/office/powerpoint/2010/main" xmlns="" val="43902483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dirty="0">
                <a:latin typeface="Times New Roman" panose="02020603050405020304" pitchFamily="18" charset="0"/>
                <a:cs typeface="Times New Roman" panose="02020603050405020304" pitchFamily="18" charset="0"/>
              </a:rPr>
              <a:t>EVALUATE </a:t>
            </a:r>
            <a:r>
              <a:rPr lang="en-US" sz="3200" dirty="0" smtClean="0">
                <a:latin typeface="Times New Roman" panose="02020603050405020304" pitchFamily="18" charset="0"/>
                <a:cs typeface="Times New Roman" panose="02020603050405020304" pitchFamily="18" charset="0"/>
              </a:rPr>
              <a:t> ANSWER</a:t>
            </a:r>
            <a:endParaRPr lang="en-IN" sz="3200" dirty="0">
              <a:latin typeface="Times New Roman" panose="02020603050405020304" pitchFamily="18" charset="0"/>
              <a:cs typeface="Times New Roman" panose="02020603050405020304" pitchFamily="18" charset="0"/>
            </a:endParaRPr>
          </a:p>
        </p:txBody>
      </p:sp>
      <p:pic>
        <p:nvPicPr>
          <p:cNvPr id="5" name="Picture 4"/>
          <p:cNvPicPr/>
          <p:nvPr/>
        </p:nvPicPr>
        <p:blipFill>
          <a:blip r:embed="rId2"/>
          <a:stretch>
            <a:fillRect/>
          </a:stretch>
        </p:blipFill>
        <p:spPr>
          <a:xfrm>
            <a:off x="1907704" y="2780928"/>
            <a:ext cx="5184575" cy="3168352"/>
          </a:xfrm>
          <a:prstGeom prst="rect">
            <a:avLst/>
          </a:prstGeom>
        </p:spPr>
      </p:pic>
    </p:spTree>
    <p:extLst>
      <p:ext uri="{BB962C8B-B14F-4D97-AF65-F5344CB8AC3E}">
        <p14:creationId xmlns:p14="http://schemas.microsoft.com/office/powerpoint/2010/main" xmlns="" val="110887111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dirty="0" smtClean="0">
                <a:latin typeface="Times New Roman" panose="02020603050405020304" pitchFamily="18" charset="0"/>
                <a:cs typeface="Times New Roman" panose="02020603050405020304" pitchFamily="18" charset="0"/>
              </a:rPr>
              <a:t>RESULT</a:t>
            </a:r>
            <a:endParaRPr lang="en-IN" sz="3200" dirty="0">
              <a:latin typeface="Times New Roman" pitchFamily="18" charset="0"/>
              <a:cs typeface="Times New Roman" pitchFamily="18" charset="0"/>
            </a:endParaRPr>
          </a:p>
        </p:txBody>
      </p:sp>
      <p:pic>
        <p:nvPicPr>
          <p:cNvPr id="8" name="Picture 7"/>
          <p:cNvPicPr/>
          <p:nvPr/>
        </p:nvPicPr>
        <p:blipFill>
          <a:blip r:embed="rId2"/>
          <a:stretch>
            <a:fillRect/>
          </a:stretch>
        </p:blipFill>
        <p:spPr>
          <a:xfrm>
            <a:off x="1907704" y="2421142"/>
            <a:ext cx="5328591" cy="3456130"/>
          </a:xfrm>
          <a:prstGeom prst="rect">
            <a:avLst/>
          </a:prstGeom>
        </p:spPr>
      </p:pic>
    </p:spTree>
    <p:extLst>
      <p:ext uri="{BB962C8B-B14F-4D97-AF65-F5344CB8AC3E}">
        <p14:creationId xmlns:p14="http://schemas.microsoft.com/office/powerpoint/2010/main" xmlns="" val="45931939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dirty="0" smtClean="0">
                <a:latin typeface="Times New Roman" panose="02020603050405020304" pitchFamily="18" charset="0"/>
                <a:cs typeface="Times New Roman" panose="02020603050405020304" pitchFamily="18" charset="0"/>
              </a:rPr>
              <a:t>CONCLUSION</a:t>
            </a:r>
            <a:endParaRPr lang="en-IN"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lstStyle/>
          <a:p>
            <a:pPr algn="just">
              <a:lnSpc>
                <a:spcPct val="150000"/>
              </a:lnSpc>
            </a:pPr>
            <a:r>
              <a:rPr lang="en-IN" sz="2000" dirty="0">
                <a:latin typeface="Times New Roman" panose="02020603050405020304" pitchFamily="18" charset="0"/>
                <a:cs typeface="Times New Roman" panose="02020603050405020304" pitchFamily="18" charset="0"/>
              </a:rPr>
              <a:t>We conclude that, the image dataset was taken from dataset repository. </a:t>
            </a:r>
            <a:r>
              <a:rPr lang="en-US" sz="2000" dirty="0">
                <a:latin typeface="Times New Roman" panose="02020603050405020304" pitchFamily="18" charset="0"/>
                <a:cs typeface="Times New Roman" panose="02020603050405020304" pitchFamily="18" charset="0"/>
              </a:rPr>
              <a:t>We are implemented the NLP techniques and classification algorithms (i.e.) deep learning algorithm. </a:t>
            </a:r>
            <a:endParaRPr lang="en-US" sz="2000" dirty="0" smtClean="0">
              <a:latin typeface="Times New Roman" panose="02020603050405020304" pitchFamily="18" charset="0"/>
              <a:cs typeface="Times New Roman" panose="02020603050405020304" pitchFamily="18" charset="0"/>
            </a:endParaRPr>
          </a:p>
          <a:p>
            <a:pPr algn="just">
              <a:lnSpc>
                <a:spcPct val="150000"/>
              </a:lnSpc>
            </a:pPr>
            <a:r>
              <a:rPr lang="en-IN" sz="2000" dirty="0" smtClean="0">
                <a:latin typeface="Times New Roman" panose="02020603050405020304" pitchFamily="18" charset="0"/>
                <a:cs typeface="Times New Roman" panose="02020603050405020304" pitchFamily="18" charset="0"/>
              </a:rPr>
              <a:t>Then</a:t>
            </a:r>
            <a:r>
              <a:rPr lang="en-IN" sz="2000" dirty="0">
                <a:latin typeface="Times New Roman" panose="02020603050405020304" pitchFamily="18" charset="0"/>
                <a:cs typeface="Times New Roman" panose="02020603050405020304" pitchFamily="18" charset="0"/>
              </a:rPr>
              <a:t>, deep learning algorithms such as artificial neural network (ANN). </a:t>
            </a:r>
            <a:r>
              <a:rPr lang="en-US" sz="2000" dirty="0">
                <a:latin typeface="Times New Roman" panose="02020603050405020304" pitchFamily="18" charset="0"/>
                <a:cs typeface="Times New Roman" panose="02020603050405020304" pitchFamily="18" charset="0"/>
              </a:rPr>
              <a:t>Finally, the result shows that the accuracy for above mentioned algorithm and evaluate the answer and put marks from 0 to 10 based on length of letters and length of words.</a:t>
            </a:r>
            <a:endParaRPr lang="en-IN" sz="2000" dirty="0">
              <a:latin typeface="Times New Roman" panose="02020603050405020304" pitchFamily="18" charset="0"/>
              <a:cs typeface="Times New Roman" panose="02020603050405020304" pitchFamily="18" charset="0"/>
            </a:endParaRPr>
          </a:p>
          <a:p>
            <a:pPr algn="just">
              <a:lnSpc>
                <a:spcPct val="150000"/>
              </a:lnSpc>
            </a:pPr>
            <a:endParaRPr lang="en-IN"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56395153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704088"/>
            <a:ext cx="8147248" cy="852704"/>
          </a:xfrm>
        </p:spPr>
        <p:txBody>
          <a:bodyPr>
            <a:normAutofit/>
          </a:bodyPr>
          <a:lstStyle/>
          <a:p>
            <a:pPr algn="ctr"/>
            <a:r>
              <a:rPr lang="en-IN" sz="3200" dirty="0" smtClean="0">
                <a:latin typeface="Times New Roman" pitchFamily="18" charset="0"/>
                <a:cs typeface="Times New Roman" pitchFamily="18" charset="0"/>
              </a:rPr>
              <a:t>PUBLICATION</a:t>
            </a:r>
            <a:endParaRPr lang="en-IN" sz="3200" dirty="0">
              <a:latin typeface="Times New Roman" pitchFamily="18" charset="0"/>
              <a:cs typeface="Times New Roman" pitchFamily="18" charset="0"/>
            </a:endParaRPr>
          </a:p>
        </p:txBody>
      </p:sp>
      <p:sp>
        <p:nvSpPr>
          <p:cNvPr id="3" name="Content Placeholder 2"/>
          <p:cNvSpPr>
            <a:spLocks noGrp="1"/>
          </p:cNvSpPr>
          <p:nvPr>
            <p:ph idx="1"/>
          </p:nvPr>
        </p:nvSpPr>
        <p:spPr>
          <a:xfrm>
            <a:off x="251520" y="1935480"/>
            <a:ext cx="8435280" cy="4389120"/>
          </a:xfrm>
        </p:spPr>
        <p:txBody>
          <a:bodyPr>
            <a:normAutofit/>
          </a:bodyPr>
          <a:lstStyle/>
          <a:p>
            <a:pPr marL="0" indent="0">
              <a:buNone/>
            </a:pPr>
            <a:r>
              <a:rPr lang="en-US" dirty="0" smtClean="0">
                <a:latin typeface="Arial Rounded MT Bold" panose="020F0704030504030204" pitchFamily="34" charset="0"/>
              </a:rPr>
              <a:t>    </a:t>
            </a:r>
            <a:r>
              <a:rPr lang="en-US" sz="2000" dirty="0" smtClean="0">
                <a:latin typeface="Times New Roman" pitchFamily="18" charset="0"/>
                <a:cs typeface="Times New Roman" pitchFamily="18" charset="0"/>
              </a:rPr>
              <a:t>Journal </a:t>
            </a:r>
            <a:r>
              <a:rPr lang="en-US" sz="2000" dirty="0">
                <a:latin typeface="Times New Roman" pitchFamily="18" charset="0"/>
                <a:cs typeface="Times New Roman" pitchFamily="18" charset="0"/>
              </a:rPr>
              <a:t>Name </a:t>
            </a: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    :  DOGO RANGSANG RESEARCH </a:t>
            </a:r>
          </a:p>
          <a:p>
            <a:pPr marL="0" indent="0">
              <a:buNone/>
            </a:pP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                                    JOURNAL</a:t>
            </a:r>
          </a:p>
          <a:p>
            <a:pPr marL="0" indent="0">
              <a:buNone/>
            </a:pPr>
            <a:r>
              <a:rPr lang="en-US" sz="2000" dirty="0" smtClean="0">
                <a:latin typeface="Times New Roman" pitchFamily="18" charset="0"/>
                <a:cs typeface="Times New Roman" pitchFamily="18" charset="0"/>
              </a:rPr>
              <a:t>    Type                      :  </a:t>
            </a:r>
            <a:r>
              <a:rPr lang="en-US" sz="2000" dirty="0">
                <a:latin typeface="Times New Roman" pitchFamily="18" charset="0"/>
                <a:cs typeface="Times New Roman" pitchFamily="18" charset="0"/>
              </a:rPr>
              <a:t>UGC  </a:t>
            </a:r>
            <a:r>
              <a:rPr lang="en-US" sz="2000" dirty="0" smtClean="0">
                <a:latin typeface="Times New Roman" pitchFamily="18" charset="0"/>
                <a:cs typeface="Times New Roman" pitchFamily="18" charset="0"/>
              </a:rPr>
              <a:t>GROUP—1</a:t>
            </a:r>
            <a:endParaRPr lang="en-US" sz="2000" dirty="0">
              <a:latin typeface="Times New Roman" pitchFamily="18" charset="0"/>
              <a:cs typeface="Times New Roman" pitchFamily="18" charset="0"/>
            </a:endParaRPr>
          </a:p>
          <a:p>
            <a:pPr marL="0" indent="0">
              <a:buNone/>
            </a:pPr>
            <a:r>
              <a:rPr lang="en-US" sz="2000" dirty="0" smtClean="0">
                <a:latin typeface="Times New Roman" pitchFamily="18" charset="0"/>
                <a:cs typeface="Times New Roman" pitchFamily="18" charset="0"/>
              </a:rPr>
              <a:t>    ISSN </a:t>
            </a:r>
            <a:r>
              <a:rPr lang="en-US" sz="2000" dirty="0">
                <a:latin typeface="Times New Roman" pitchFamily="18" charset="0"/>
                <a:cs typeface="Times New Roman" pitchFamily="18" charset="0"/>
              </a:rPr>
              <a:t>NO </a:t>
            </a:r>
            <a:r>
              <a:rPr lang="en-US" sz="2000" dirty="0" smtClean="0">
                <a:latin typeface="Times New Roman" pitchFamily="18" charset="0"/>
                <a:cs typeface="Times New Roman" pitchFamily="18" charset="0"/>
              </a:rPr>
              <a:t>              :  2347-7180 </a:t>
            </a:r>
          </a:p>
          <a:p>
            <a:pPr marL="0" indent="0">
              <a:buNone/>
            </a:pPr>
            <a:r>
              <a:rPr lang="en-US" sz="2000" dirty="0" smtClean="0">
                <a:latin typeface="Times New Roman" pitchFamily="18" charset="0"/>
                <a:cs typeface="Times New Roman" pitchFamily="18" charset="0"/>
              </a:rPr>
              <a:t>    Impact </a:t>
            </a:r>
            <a:r>
              <a:rPr lang="en-US" sz="2000" dirty="0">
                <a:latin typeface="Times New Roman" pitchFamily="18" charset="0"/>
                <a:cs typeface="Times New Roman" pitchFamily="18" charset="0"/>
              </a:rPr>
              <a:t>Factor </a:t>
            </a:r>
            <a:r>
              <a:rPr lang="en-US" sz="2000" dirty="0" smtClean="0">
                <a:latin typeface="Times New Roman" pitchFamily="18" charset="0"/>
                <a:cs typeface="Times New Roman" pitchFamily="18" charset="0"/>
              </a:rPr>
              <a:t>       :  7.12</a:t>
            </a:r>
          </a:p>
          <a:p>
            <a:pPr marL="0" indent="0">
              <a:buNone/>
            </a:pPr>
            <a:r>
              <a:rPr lang="en-US" sz="2000" dirty="0" smtClean="0">
                <a:latin typeface="Times New Roman" pitchFamily="18" charset="0"/>
                <a:cs typeface="Times New Roman" pitchFamily="18" charset="0"/>
              </a:rPr>
              <a:t>     </a:t>
            </a:r>
          </a:p>
          <a:p>
            <a:pPr marL="0" indent="0">
              <a:buNone/>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xmlns="" val="26368103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675732"/>
            <a:ext cx="7886700" cy="1325563"/>
          </a:xfrm>
        </p:spPr>
        <p:txBody>
          <a:bodyPr>
            <a:normAutofit/>
          </a:bodyPr>
          <a:lstStyle/>
          <a:p>
            <a:pPr algn="ctr"/>
            <a:r>
              <a:rPr lang="en-US" sz="5200" b="1" i="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Thank You…</a:t>
            </a:r>
            <a:endParaRPr lang="en-IN" sz="52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Rectangle 3"/>
          <p:cNvSpPr/>
          <p:nvPr/>
        </p:nvSpPr>
        <p:spPr>
          <a:xfrm>
            <a:off x="203597" y="242888"/>
            <a:ext cx="874395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xmlns="" val="159763445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2090</TotalTime>
  <Words>670</Words>
  <Application>Microsoft Office PowerPoint</Application>
  <PresentationFormat>On-screen Show (4:3)</PresentationFormat>
  <Paragraphs>120</Paragraphs>
  <Slides>27</Slides>
  <Notes>2</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Flow</vt:lpstr>
      <vt:lpstr>ANSWER EVALUATION USING MACHINE LEARNING            </vt:lpstr>
      <vt:lpstr>List of the Contents</vt:lpstr>
      <vt:lpstr>                   ABSTRACT</vt:lpstr>
      <vt:lpstr>EXISTING  SYSTEM</vt:lpstr>
      <vt:lpstr>DISADVANTAGES</vt:lpstr>
      <vt:lpstr>PROPOSED SYSTEM</vt:lpstr>
      <vt:lpstr>ADVANTAGES</vt:lpstr>
      <vt:lpstr>MODULES</vt:lpstr>
      <vt:lpstr>                  FLOW DIAGRAM</vt:lpstr>
      <vt:lpstr>                  USE CASE DIAGRAM</vt:lpstr>
      <vt:lpstr>             SEQUENCE DIAGRAM</vt:lpstr>
      <vt:lpstr>                    ER DIAGRAM</vt:lpstr>
      <vt:lpstr>                CLASS DIAGRAM</vt:lpstr>
      <vt:lpstr>METHODOLOGY</vt:lpstr>
      <vt:lpstr>SYSTEM REQUIREMENTS</vt:lpstr>
      <vt:lpstr>SYSTEM DESIGN</vt:lpstr>
      <vt:lpstr>Slide 17</vt:lpstr>
      <vt:lpstr>INPUT</vt:lpstr>
      <vt:lpstr>PREPROCESSING</vt:lpstr>
      <vt:lpstr>FEATURE EXTRACTION</vt:lpstr>
      <vt:lpstr>TEXT RECOGNITION</vt:lpstr>
      <vt:lpstr>CLASSIFICATION</vt:lpstr>
      <vt:lpstr>EVALUATE  ANSWER</vt:lpstr>
      <vt:lpstr>RESULT</vt:lpstr>
      <vt:lpstr>CONCLUSION</vt:lpstr>
      <vt:lpstr>PUBLICATION</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THE PROJECT Presented by  Name of the student  (Roll number) Under the esteemed guidance of Guide name Designation , CSE Department</dc:title>
  <dc:creator>hp</dc:creator>
  <cp:lastModifiedBy>haree</cp:lastModifiedBy>
  <cp:revision>285</cp:revision>
  <dcterms:created xsi:type="dcterms:W3CDTF">2020-01-27T07:39:54Z</dcterms:created>
  <dcterms:modified xsi:type="dcterms:W3CDTF">2026-02-06T02:27:16Z</dcterms:modified>
</cp:coreProperties>
</file>